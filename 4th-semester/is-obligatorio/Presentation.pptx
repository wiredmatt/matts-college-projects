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y="5143500" cx="9144000"/>
  <p:notesSz cx="6858000" cy="9144000"/>
  <p:embeddedFontLst>
    <p:embeddedFont>
      <p:font typeface="Roboto"/>
      <p:regular r:id="rId19"/>
      <p:bold r:id="rId20"/>
      <p:italic r:id="rId21"/>
      <p:boldItalic r:id="rId22"/>
    </p:embeddedFont>
    <p:embeddedFont>
      <p:font typeface="Nunito"/>
      <p:regular r:id="rId23"/>
      <p:bold r:id="rId24"/>
      <p:italic r:id="rId25"/>
      <p:boldItalic r:id="rId2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E88834AC-0BE8-4C72-A2B7-8E266E839F48}">
  <a:tblStyle styleId="{E88834AC-0BE8-4C72-A2B7-8E266E839F48}"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Roboto-bold.fntdata"/><Relationship Id="rId22" Type="http://schemas.openxmlformats.org/officeDocument/2006/relationships/font" Target="fonts/Roboto-boldItalic.fntdata"/><Relationship Id="rId21" Type="http://schemas.openxmlformats.org/officeDocument/2006/relationships/font" Target="fonts/Roboto-italic.fntdata"/><Relationship Id="rId24" Type="http://schemas.openxmlformats.org/officeDocument/2006/relationships/font" Target="fonts/Nunito-bold.fntdata"/><Relationship Id="rId23" Type="http://schemas.openxmlformats.org/officeDocument/2006/relationships/font" Target="fonts/Nunito-regular.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font" Target="fonts/Nunito-boldItalic.fntdata"/><Relationship Id="rId25" Type="http://schemas.openxmlformats.org/officeDocument/2006/relationships/font" Target="fonts/Nunito-italic.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font" Target="fonts/Roboto-regular.fntdata"/><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317500" lvl="0" marL="457200">
              <a:spcBef>
                <a:spcPts val="0"/>
              </a:spcBef>
              <a:spcAft>
                <a:spcPts val="0"/>
              </a:spcAft>
              <a:buSzPts val="1400"/>
              <a:buChar char="●"/>
              <a:defRPr sz="1100"/>
            </a:lvl1pPr>
            <a:lvl2pPr indent="-317500" lvl="1" marL="914400">
              <a:spcBef>
                <a:spcPts val="0"/>
              </a:spcBef>
              <a:spcAft>
                <a:spcPts val="0"/>
              </a:spcAft>
              <a:buSzPts val="1400"/>
              <a:buChar char="○"/>
              <a:defRPr sz="1100"/>
            </a:lvl2pPr>
            <a:lvl3pPr indent="-317500" lvl="2" marL="1371600">
              <a:spcBef>
                <a:spcPts val="0"/>
              </a:spcBef>
              <a:spcAft>
                <a:spcPts val="0"/>
              </a:spcAft>
              <a:buSzPts val="1400"/>
              <a:buChar char="■"/>
              <a:defRPr sz="1100"/>
            </a:lvl3pPr>
            <a:lvl4pPr indent="-317500" lvl="3" marL="1828800">
              <a:spcBef>
                <a:spcPts val="0"/>
              </a:spcBef>
              <a:spcAft>
                <a:spcPts val="0"/>
              </a:spcAft>
              <a:buSzPts val="1400"/>
              <a:buChar char="●"/>
              <a:defRPr sz="1100"/>
            </a:lvl4pPr>
            <a:lvl5pPr indent="-317500" lvl="4" marL="2286000">
              <a:spcBef>
                <a:spcPts val="0"/>
              </a:spcBef>
              <a:spcAft>
                <a:spcPts val="0"/>
              </a:spcAft>
              <a:buSzPts val="1400"/>
              <a:buChar char="○"/>
              <a:defRPr sz="1100"/>
            </a:lvl5pPr>
            <a:lvl6pPr indent="-317500" lvl="5" marL="2743200">
              <a:spcBef>
                <a:spcPts val="0"/>
              </a:spcBef>
              <a:spcAft>
                <a:spcPts val="0"/>
              </a:spcAft>
              <a:buSzPts val="1400"/>
              <a:buChar char="■"/>
              <a:defRPr sz="1100"/>
            </a:lvl6pPr>
            <a:lvl7pPr indent="-317500" lvl="6" marL="3200400">
              <a:spcBef>
                <a:spcPts val="0"/>
              </a:spcBef>
              <a:spcAft>
                <a:spcPts val="0"/>
              </a:spcAft>
              <a:buSzPts val="1400"/>
              <a:buChar char="●"/>
              <a:defRPr sz="1100"/>
            </a:lvl7pPr>
            <a:lvl8pPr indent="-317500" lvl="7" marL="3657600">
              <a:spcBef>
                <a:spcPts val="0"/>
              </a:spcBef>
              <a:spcAft>
                <a:spcPts val="0"/>
              </a:spcAft>
              <a:buSzPts val="1400"/>
              <a:buChar char="○"/>
              <a:defRPr sz="1100"/>
            </a:lvl8pPr>
            <a:lvl9pPr indent="-317500" lvl="8" marL="4114800">
              <a:spcBef>
                <a:spcPts val="0"/>
              </a:spcBef>
              <a:spcAft>
                <a:spcPts val="0"/>
              </a:spcAft>
              <a:buSzPts val="14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gd9c453428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gd9c453428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e9090756a_1_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e9090756a_1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gd91e1f37e_1_106: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66" name="Google Shape;66;gd91e1f37e_1_1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200">
                <a:solidFill>
                  <a:schemeClr val="dk1"/>
                </a:solidFill>
                <a:latin typeface="Nunito"/>
                <a:ea typeface="Nunito"/>
                <a:cs typeface="Nunito"/>
                <a:sym typeface="Nunito"/>
              </a:rPr>
              <a:t>Pérdidas millonarias. Años para recuperar la calidad de los suelos afectados. Despido de personal. Pérdida de confianza en los clientes.</a:t>
            </a:r>
            <a:endParaRPr sz="1200">
              <a:solidFill>
                <a:schemeClr val="dk1"/>
              </a:solidFil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gd91e1f37e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 name="Google Shape;99;gd91e1f37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g3a76a0e753b_0_13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 name="Google Shape;106;g3a76a0e753b_0_13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g3a76a0e753b_0_13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3" name="Google Shape;113;g3a76a0e753b_0_13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g3a76a0e753b_0_13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3" name="Google Shape;123;g3a76a0e753b_0_13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g3a76a0e753b_0_1342: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29" name="Google Shape;129;g3a76a0e753b_0_13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g3a76a0e753b_1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2" name="Google Shape;152;g3a76a0e753b_1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g3a76a0e753b_1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9" name="Google Shape;159;g3a76a0e753b_1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g3a76a0e753b_1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5" name="Google Shape;165;g3a76a0e753b_1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g3a76a0e753b_1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2" name="Google Shape;172;g3a76a0e753b_1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25"/>
            <a:ext cx="4572000" cy="51435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dk1"/>
              </a:buClr>
              <a:buSzPts val="1800"/>
              <a:buChar char="●"/>
              <a:defRPr>
                <a:solidFill>
                  <a:schemeClr val="dk1"/>
                </a:solidFill>
              </a:defRPr>
            </a:lvl1pPr>
            <a:lvl2pPr indent="-317500" lvl="1" marL="914400">
              <a:spcBef>
                <a:spcPts val="0"/>
              </a:spcBef>
              <a:spcAft>
                <a:spcPts val="0"/>
              </a:spcAft>
              <a:buClr>
                <a:schemeClr val="dk1"/>
              </a:buClr>
              <a:buSzPts val="1400"/>
              <a:buChar char="○"/>
              <a:defRPr>
                <a:solidFill>
                  <a:schemeClr val="dk1"/>
                </a:solidFill>
              </a:defRPr>
            </a:lvl2pPr>
            <a:lvl3pPr indent="-317500" lvl="2" marL="1371600">
              <a:spcBef>
                <a:spcPts val="0"/>
              </a:spcBef>
              <a:spcAft>
                <a:spcPts val="0"/>
              </a:spcAft>
              <a:buClr>
                <a:schemeClr val="dk1"/>
              </a:buClr>
              <a:buSzPts val="1400"/>
              <a:buChar char="■"/>
              <a:defRPr>
                <a:solidFill>
                  <a:schemeClr val="dk1"/>
                </a:solidFill>
              </a:defRPr>
            </a:lvl3pPr>
            <a:lvl4pPr indent="-317500" lvl="3" marL="1828800">
              <a:spcBef>
                <a:spcPts val="0"/>
              </a:spcBef>
              <a:spcAft>
                <a:spcPts val="0"/>
              </a:spcAft>
              <a:buClr>
                <a:schemeClr val="dk1"/>
              </a:buClr>
              <a:buSzPts val="1400"/>
              <a:buChar char="●"/>
              <a:defRPr>
                <a:solidFill>
                  <a:schemeClr val="dk1"/>
                </a:solidFill>
              </a:defRPr>
            </a:lvl4pPr>
            <a:lvl5pPr indent="-317500" lvl="4" marL="2286000">
              <a:spcBef>
                <a:spcPts val="0"/>
              </a:spcBef>
              <a:spcAft>
                <a:spcPts val="0"/>
              </a:spcAft>
              <a:buClr>
                <a:schemeClr val="dk1"/>
              </a:buClr>
              <a:buSzPts val="1400"/>
              <a:buChar char="○"/>
              <a:defRPr>
                <a:solidFill>
                  <a:schemeClr val="dk1"/>
                </a:solidFill>
              </a:defRPr>
            </a:lvl5pPr>
            <a:lvl6pPr indent="-317500" lvl="5" marL="2743200">
              <a:spcBef>
                <a:spcPts val="0"/>
              </a:spcBef>
              <a:spcAft>
                <a:spcPts val="0"/>
              </a:spcAft>
              <a:buClr>
                <a:schemeClr val="dk1"/>
              </a:buClr>
              <a:buSzPts val="1400"/>
              <a:buChar char="■"/>
              <a:defRPr>
                <a:solidFill>
                  <a:schemeClr val="dk1"/>
                </a:solidFill>
              </a:defRPr>
            </a:lvl6pPr>
            <a:lvl7pPr indent="-317500" lvl="6" marL="3200400">
              <a:spcBef>
                <a:spcPts val="0"/>
              </a:spcBef>
              <a:spcAft>
                <a:spcPts val="0"/>
              </a:spcAft>
              <a:buClr>
                <a:schemeClr val="dk1"/>
              </a:buClr>
              <a:buSzPts val="1400"/>
              <a:buChar char="●"/>
              <a:defRPr>
                <a:solidFill>
                  <a:schemeClr val="dk1"/>
                </a:solidFill>
              </a:defRPr>
            </a:lvl7pPr>
            <a:lvl8pPr indent="-317500" lvl="7" marL="3657600">
              <a:spcBef>
                <a:spcPts val="0"/>
              </a:spcBef>
              <a:spcAft>
                <a:spcPts val="0"/>
              </a:spcAft>
              <a:buClr>
                <a:schemeClr val="dk1"/>
              </a:buClr>
              <a:buSzPts val="1400"/>
              <a:buChar char="○"/>
              <a:defRPr>
                <a:solidFill>
                  <a:schemeClr val="dk1"/>
                </a:solidFill>
              </a:defRPr>
            </a:lvl8pPr>
            <a:lvl9pPr indent="-317500" lvl="8" marL="4114800">
              <a:spcBef>
                <a:spcPts val="0"/>
              </a:spcBef>
              <a:spcAft>
                <a:spcPts val="0"/>
              </a:spcAft>
              <a:buClr>
                <a:schemeClr val="dk1"/>
              </a:buClr>
              <a:buSzPts val="1400"/>
              <a:buChar char="■"/>
              <a:defRPr>
                <a:solidFill>
                  <a:schemeClr val="dk1"/>
                </a:solidFill>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dark-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lt2"/>
              </a:buClr>
              <a:buSzPts val="1800"/>
              <a:buChar char="●"/>
              <a:defRPr sz="1800">
                <a:solidFill>
                  <a:schemeClr val="lt2"/>
                </a:solidFill>
              </a:defRPr>
            </a:lvl1pPr>
            <a:lvl2pPr indent="-317500" lvl="1" marL="914400">
              <a:lnSpc>
                <a:spcPct val="115000"/>
              </a:lnSpc>
              <a:spcBef>
                <a:spcPts val="0"/>
              </a:spcBef>
              <a:spcAft>
                <a:spcPts val="0"/>
              </a:spcAft>
              <a:buClr>
                <a:schemeClr val="lt2"/>
              </a:buClr>
              <a:buSzPts val="1400"/>
              <a:buChar char="○"/>
              <a:defRPr>
                <a:solidFill>
                  <a:schemeClr val="lt2"/>
                </a:solidFill>
              </a:defRPr>
            </a:lvl2pPr>
            <a:lvl3pPr indent="-317500" lvl="2" marL="1371600">
              <a:lnSpc>
                <a:spcPct val="115000"/>
              </a:lnSpc>
              <a:spcBef>
                <a:spcPts val="0"/>
              </a:spcBef>
              <a:spcAft>
                <a:spcPts val="0"/>
              </a:spcAft>
              <a:buClr>
                <a:schemeClr val="lt2"/>
              </a:buClr>
              <a:buSzPts val="1400"/>
              <a:buChar char="■"/>
              <a:defRPr>
                <a:solidFill>
                  <a:schemeClr val="lt2"/>
                </a:solidFill>
              </a:defRPr>
            </a:lvl3pPr>
            <a:lvl4pPr indent="-317500" lvl="3" marL="1828800">
              <a:lnSpc>
                <a:spcPct val="115000"/>
              </a:lnSpc>
              <a:spcBef>
                <a:spcPts val="0"/>
              </a:spcBef>
              <a:spcAft>
                <a:spcPts val="0"/>
              </a:spcAft>
              <a:buClr>
                <a:schemeClr val="lt2"/>
              </a:buClr>
              <a:buSzPts val="1400"/>
              <a:buChar char="●"/>
              <a:defRPr>
                <a:solidFill>
                  <a:schemeClr val="lt2"/>
                </a:solidFill>
              </a:defRPr>
            </a:lvl4pPr>
            <a:lvl5pPr indent="-317500" lvl="4" marL="2286000">
              <a:lnSpc>
                <a:spcPct val="115000"/>
              </a:lnSpc>
              <a:spcBef>
                <a:spcPts val="0"/>
              </a:spcBef>
              <a:spcAft>
                <a:spcPts val="0"/>
              </a:spcAft>
              <a:buClr>
                <a:schemeClr val="lt2"/>
              </a:buClr>
              <a:buSzPts val="1400"/>
              <a:buChar char="○"/>
              <a:defRPr>
                <a:solidFill>
                  <a:schemeClr val="lt2"/>
                </a:solidFill>
              </a:defRPr>
            </a:lvl5pPr>
            <a:lvl6pPr indent="-317500" lvl="5" marL="2743200">
              <a:lnSpc>
                <a:spcPct val="115000"/>
              </a:lnSpc>
              <a:spcBef>
                <a:spcPts val="0"/>
              </a:spcBef>
              <a:spcAft>
                <a:spcPts val="0"/>
              </a:spcAft>
              <a:buClr>
                <a:schemeClr val="lt2"/>
              </a:buClr>
              <a:buSzPts val="1400"/>
              <a:buChar char="■"/>
              <a:defRPr>
                <a:solidFill>
                  <a:schemeClr val="lt2"/>
                </a:solidFill>
              </a:defRPr>
            </a:lvl6pPr>
            <a:lvl7pPr indent="-317500" lvl="6" marL="3200400">
              <a:lnSpc>
                <a:spcPct val="115000"/>
              </a:lnSpc>
              <a:spcBef>
                <a:spcPts val="0"/>
              </a:spcBef>
              <a:spcAft>
                <a:spcPts val="0"/>
              </a:spcAft>
              <a:buClr>
                <a:schemeClr val="lt2"/>
              </a:buClr>
              <a:buSzPts val="1400"/>
              <a:buChar char="●"/>
              <a:defRPr>
                <a:solidFill>
                  <a:schemeClr val="lt2"/>
                </a:solidFill>
              </a:defRPr>
            </a:lvl7pPr>
            <a:lvl8pPr indent="-317500" lvl="7" marL="3657600">
              <a:lnSpc>
                <a:spcPct val="115000"/>
              </a:lnSpc>
              <a:spcBef>
                <a:spcPts val="0"/>
              </a:spcBef>
              <a:spcAft>
                <a:spcPts val="0"/>
              </a:spcAft>
              <a:buClr>
                <a:schemeClr val="lt2"/>
              </a:buClr>
              <a:buSzPts val="1400"/>
              <a:buChar char="○"/>
              <a:defRPr>
                <a:solidFill>
                  <a:schemeClr val="lt2"/>
                </a:solidFill>
              </a:defRPr>
            </a:lvl8pPr>
            <a:lvl9pPr indent="-317500" lvl="8" marL="4114800">
              <a:lnSpc>
                <a:spcPct val="115000"/>
              </a:lnSpc>
              <a:spcBef>
                <a:spcPts val="0"/>
              </a:spcBef>
              <a:spcAft>
                <a:spcPts val="0"/>
              </a:spcAft>
              <a:buClr>
                <a:schemeClr val="lt2"/>
              </a:buClr>
              <a:buSzPts val="1400"/>
              <a:buChar char="■"/>
              <a:defRPr>
                <a:solidFill>
                  <a:schemeClr val="lt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lt2"/>
                </a:solidFill>
              </a:defRPr>
            </a:lvl1pPr>
            <a:lvl2pPr lvl="1" algn="r">
              <a:buNone/>
              <a:defRPr sz="1000">
                <a:solidFill>
                  <a:schemeClr val="lt2"/>
                </a:solidFill>
              </a:defRPr>
            </a:lvl2pPr>
            <a:lvl3pPr lvl="2" algn="r">
              <a:buNone/>
              <a:defRPr sz="1000">
                <a:solidFill>
                  <a:schemeClr val="lt2"/>
                </a:solidFill>
              </a:defRPr>
            </a:lvl3pPr>
            <a:lvl4pPr lvl="3" algn="r">
              <a:buNone/>
              <a:defRPr sz="1000">
                <a:solidFill>
                  <a:schemeClr val="lt2"/>
                </a:solidFill>
              </a:defRPr>
            </a:lvl4pPr>
            <a:lvl5pPr lvl="4" algn="r">
              <a:buNone/>
              <a:defRPr sz="1000">
                <a:solidFill>
                  <a:schemeClr val="lt2"/>
                </a:solidFill>
              </a:defRPr>
            </a:lvl5pPr>
            <a:lvl6pPr lvl="5" algn="r">
              <a:buNone/>
              <a:defRPr sz="1000">
                <a:solidFill>
                  <a:schemeClr val="lt2"/>
                </a:solidFill>
              </a:defRPr>
            </a:lvl6pPr>
            <a:lvl7pPr lvl="6" algn="r">
              <a:buNone/>
              <a:defRPr sz="1000">
                <a:solidFill>
                  <a:schemeClr val="lt2"/>
                </a:solidFill>
              </a:defRPr>
            </a:lvl7pPr>
            <a:lvl8pPr lvl="7" algn="r">
              <a:buNone/>
              <a:defRPr sz="1000">
                <a:solidFill>
                  <a:schemeClr val="lt2"/>
                </a:solidFill>
              </a:defRPr>
            </a:lvl8pPr>
            <a:lvl9pPr lvl="8" algn="r">
              <a:buNone/>
              <a:defRPr sz="1000">
                <a:solidFill>
                  <a:schemeClr val="lt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2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4.xml"/><Relationship Id="rId3" Type="http://schemas.openxmlformats.org/officeDocument/2006/relationships/image" Target="../media/image2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5.xml"/><Relationship Id="rId3" Type="http://schemas.openxmlformats.org/officeDocument/2006/relationships/image" Target="../media/image2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8.png"/><Relationship Id="rId4" Type="http://schemas.openxmlformats.org/officeDocument/2006/relationships/image" Target="../media/image12.png"/><Relationship Id="rId5" Type="http://schemas.openxmlformats.org/officeDocument/2006/relationships/image" Target="../media/image9.png"/><Relationship Id="rId6" Type="http://schemas.openxmlformats.org/officeDocument/2006/relationships/image" Target="../media/image1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8.xml"/><Relationship Id="rId3" Type="http://schemas.openxmlformats.org/officeDocument/2006/relationships/image" Target="../media/image4.jpg"/><Relationship Id="rId4" Type="http://schemas.openxmlformats.org/officeDocument/2006/relationships/image" Target="../media/image5.jpg"/><Relationship Id="rId9" Type="http://schemas.openxmlformats.org/officeDocument/2006/relationships/image" Target="../media/image15.png"/><Relationship Id="rId5" Type="http://schemas.openxmlformats.org/officeDocument/2006/relationships/image" Target="../media/image1.jpg"/><Relationship Id="rId6" Type="http://schemas.openxmlformats.org/officeDocument/2006/relationships/image" Target="../media/image6.jpg"/><Relationship Id="rId7" Type="http://schemas.openxmlformats.org/officeDocument/2006/relationships/image" Target="../media/image2.jpg"/><Relationship Id="rId8" Type="http://schemas.openxmlformats.org/officeDocument/2006/relationships/image" Target="../media/image1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7.png"/><Relationship Id="rId4" Type="http://schemas.openxmlformats.org/officeDocument/2006/relationships/image" Target="../media/image1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23.png"/><Relationship Id="rId4" Type="http://schemas.openxmlformats.org/officeDocument/2006/relationships/image" Target="../media/image2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4.png"/><Relationship Id="rId4" Type="http://schemas.openxmlformats.org/officeDocument/2006/relationships/image" Target="../media/image3.png"/><Relationship Id="rId9" Type="http://schemas.openxmlformats.org/officeDocument/2006/relationships/image" Target="../media/image21.png"/><Relationship Id="rId5" Type="http://schemas.openxmlformats.org/officeDocument/2006/relationships/image" Target="../media/image11.png"/><Relationship Id="rId6" Type="http://schemas.openxmlformats.org/officeDocument/2006/relationships/image" Target="../media/image19.png"/><Relationship Id="rId7" Type="http://schemas.openxmlformats.org/officeDocument/2006/relationships/image" Target="../media/image20.png"/><Relationship Id="rId8" Type="http://schemas.openxmlformats.org/officeDocument/2006/relationships/image" Target="../media/image17.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90525" y="1080775"/>
            <a:ext cx="8222100" cy="1672200"/>
          </a:xfrm>
          <a:prstGeom prst="rect">
            <a:avLst/>
          </a:prstGeom>
        </p:spPr>
        <p:txBody>
          <a:bodyPr anchorCtr="0" anchor="b" bIns="91425" lIns="91425" spcFirstLastPara="1" rIns="91425" wrap="square" tIns="91425">
            <a:normAutofit fontScale="90000"/>
          </a:bodyPr>
          <a:lstStyle/>
          <a:p>
            <a:pPr indent="0" lvl="0" marL="0" rtl="0" algn="ctr">
              <a:spcBef>
                <a:spcPts val="0"/>
              </a:spcBef>
              <a:spcAft>
                <a:spcPts val="0"/>
              </a:spcAft>
              <a:buNone/>
            </a:pPr>
            <a:r>
              <a:rPr lang="en"/>
              <a:t>Detecci</a:t>
            </a:r>
            <a:r>
              <a:rPr lang="en"/>
              <a:t>ón temprana de incendios en zonas rurales</a:t>
            </a:r>
            <a:endParaRPr/>
          </a:p>
        </p:txBody>
      </p:sp>
      <p:sp>
        <p:nvSpPr>
          <p:cNvPr id="55" name="Google Shape;55;p13"/>
          <p:cNvSpPr txBox="1"/>
          <p:nvPr>
            <p:ph idx="1" type="subTitle"/>
          </p:nvPr>
        </p:nvSpPr>
        <p:spPr>
          <a:xfrm>
            <a:off x="390525" y="2789108"/>
            <a:ext cx="8222100" cy="18540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sz="1700">
                <a:solidFill>
                  <a:srgbClr val="EFEFEF"/>
                </a:solidFill>
              </a:rPr>
              <a:t>Con nuestro SGDD (Sistema de </a:t>
            </a:r>
            <a:r>
              <a:rPr lang="en" sz="1700">
                <a:solidFill>
                  <a:srgbClr val="EFEFEF"/>
                </a:solidFill>
              </a:rPr>
              <a:t>Gestión</a:t>
            </a:r>
            <a:r>
              <a:rPr lang="en" sz="1700">
                <a:solidFill>
                  <a:srgbClr val="EFEFEF"/>
                </a:solidFill>
              </a:rPr>
              <a:t> de Drones), mitig</a:t>
            </a:r>
            <a:r>
              <a:rPr lang="en" sz="1700">
                <a:solidFill>
                  <a:srgbClr val="EFEFEF"/>
                </a:solidFill>
              </a:rPr>
              <a:t>á los daños causados por incendios, ahorra en costos operativos, y centrate en respuestas tempranas.</a:t>
            </a:r>
            <a:endParaRPr sz="1700">
              <a:solidFill>
                <a:srgbClr val="EFEFEF"/>
              </a:solidFill>
            </a:endParaRPr>
          </a:p>
          <a:p>
            <a:pPr indent="0" lvl="0" marL="0" rtl="0" algn="ctr">
              <a:spcBef>
                <a:spcPts val="0"/>
              </a:spcBef>
              <a:spcAft>
                <a:spcPts val="0"/>
              </a:spcAft>
              <a:buNone/>
            </a:pPr>
            <a:r>
              <a:t/>
            </a:r>
            <a:endParaRPr sz="1700">
              <a:solidFill>
                <a:srgbClr val="EFEFEF"/>
              </a:solidFill>
            </a:endParaRPr>
          </a:p>
          <a:p>
            <a:pPr indent="0" lvl="0" marL="0" rtl="0" algn="ctr">
              <a:spcBef>
                <a:spcPts val="0"/>
              </a:spcBef>
              <a:spcAft>
                <a:spcPts val="0"/>
              </a:spcAft>
              <a:buNone/>
            </a:pPr>
            <a:r>
              <a:rPr lang="en" sz="1700">
                <a:solidFill>
                  <a:srgbClr val="EFEFEF"/>
                </a:solidFill>
              </a:rPr>
              <a:t>Gestiona usuarios, drones y</a:t>
            </a:r>
            <a:r>
              <a:rPr lang="en" sz="1700">
                <a:solidFill>
                  <a:srgbClr val="EFEFEF"/>
                </a:solidFill>
              </a:rPr>
              <a:t> </a:t>
            </a:r>
            <a:r>
              <a:rPr lang="en" sz="1700">
                <a:solidFill>
                  <a:srgbClr val="EFEFEF"/>
                </a:solidFill>
              </a:rPr>
              <a:t>planes de vuelo desde un solo panel.</a:t>
            </a:r>
            <a:endParaRPr sz="1700">
              <a:solidFill>
                <a:srgbClr val="EFEFEF"/>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pic>
        <p:nvPicPr>
          <p:cNvPr id="60" name="Google Shape;60;p14"/>
          <p:cNvPicPr preferRelativeResize="0"/>
          <p:nvPr/>
        </p:nvPicPr>
        <p:blipFill rotWithShape="1">
          <a:blip r:embed="rId3">
            <a:alphaModFix/>
          </a:blip>
          <a:srcRect b="0" l="7783" r="0" t="0"/>
          <a:stretch/>
        </p:blipFill>
        <p:spPr>
          <a:xfrm>
            <a:off x="150" y="0"/>
            <a:ext cx="9144000" cy="5143500"/>
          </a:xfrm>
          <a:prstGeom prst="rect">
            <a:avLst/>
          </a:prstGeom>
          <a:noFill/>
          <a:ln>
            <a:noFill/>
          </a:ln>
        </p:spPr>
      </p:pic>
      <p:sp>
        <p:nvSpPr>
          <p:cNvPr id="61" name="Google Shape;61;p14"/>
          <p:cNvSpPr txBox="1"/>
          <p:nvPr>
            <p:ph type="title"/>
          </p:nvPr>
        </p:nvSpPr>
        <p:spPr>
          <a:xfrm>
            <a:off x="75" y="584050"/>
            <a:ext cx="9144000" cy="2539200"/>
          </a:xfrm>
          <a:prstGeom prst="rect">
            <a:avLst/>
          </a:prstGeom>
        </p:spPr>
        <p:txBody>
          <a:bodyPr anchorCtr="0" anchor="ctr" bIns="91425" lIns="91425" spcFirstLastPara="1" rIns="91425" wrap="square" tIns="91425">
            <a:normAutofit fontScale="90000"/>
          </a:bodyPr>
          <a:lstStyle/>
          <a:p>
            <a:pPr indent="0" lvl="0" marL="0" rtl="0" algn="ctr">
              <a:spcBef>
                <a:spcPts val="0"/>
              </a:spcBef>
              <a:spcAft>
                <a:spcPts val="0"/>
              </a:spcAft>
              <a:buNone/>
            </a:pPr>
            <a:r>
              <a:rPr b="1" lang="en" sz="4800">
                <a:solidFill>
                  <a:srgbClr val="FFE599"/>
                </a:solidFill>
              </a:rPr>
              <a:t>Entre 2024 y 2025, se perdieron 14.237 </a:t>
            </a:r>
            <a:r>
              <a:rPr b="1" lang="en" sz="4800">
                <a:solidFill>
                  <a:srgbClr val="FFE599"/>
                </a:solidFill>
              </a:rPr>
              <a:t>hectáreas por incendios rurales no detectados a tiempo.</a:t>
            </a:r>
            <a:endParaRPr sz="4800">
              <a:solidFill>
                <a:srgbClr val="FFE599"/>
              </a:solidFill>
            </a:endParaRPr>
          </a:p>
        </p:txBody>
      </p:sp>
      <p:sp>
        <p:nvSpPr>
          <p:cNvPr id="62" name="Google Shape;62;p14"/>
          <p:cNvSpPr txBox="1"/>
          <p:nvPr/>
        </p:nvSpPr>
        <p:spPr>
          <a:xfrm>
            <a:off x="0" y="4820400"/>
            <a:ext cx="9144000" cy="323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900">
                <a:solidFill>
                  <a:schemeClr val="dk1"/>
                </a:solidFill>
                <a:latin typeface="Calibri"/>
                <a:ea typeface="Calibri"/>
                <a:cs typeface="Calibri"/>
                <a:sym typeface="Calibri"/>
              </a:rPr>
              <a:t>Fuente: https://www.gub.uy/ministerio-ganaderia-agricultura-pesca/comunicacion/noticias/se-presento-balance-temporada-2024-2025-incendios-forestales-campo</a:t>
            </a:r>
            <a:endParaRPr sz="900">
              <a:solidFill>
                <a:schemeClr val="dk1"/>
              </a:solidFill>
              <a:latin typeface="Calibri"/>
              <a:ea typeface="Calibri"/>
              <a:cs typeface="Calibri"/>
              <a:sym typeface="Calibri"/>
            </a:endParaRPr>
          </a:p>
        </p:txBody>
      </p:sp>
      <p:sp>
        <p:nvSpPr>
          <p:cNvPr id="63" name="Google Shape;63;p14"/>
          <p:cNvSpPr txBox="1"/>
          <p:nvPr/>
        </p:nvSpPr>
        <p:spPr>
          <a:xfrm>
            <a:off x="-75" y="3189950"/>
            <a:ext cx="9144000" cy="708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700">
                <a:solidFill>
                  <a:srgbClr val="FFFFFF"/>
                </a:solidFill>
                <a:latin typeface="Calibri"/>
                <a:ea typeface="Calibri"/>
                <a:cs typeface="Calibri"/>
                <a:sym typeface="Calibri"/>
              </a:rPr>
              <a:t>Nuestro cliente, dueño de 1M de hectáreas, se encuentra entre los principales afectados. </a:t>
            </a:r>
            <a:endParaRPr sz="1700">
              <a:solidFill>
                <a:srgbClr val="FFFFFF"/>
              </a:solidFill>
              <a:latin typeface="Calibri"/>
              <a:ea typeface="Calibri"/>
              <a:cs typeface="Calibri"/>
              <a:sym typeface="Calibri"/>
            </a:endParaRPr>
          </a:p>
          <a:p>
            <a:pPr indent="0" lvl="0" marL="0" rtl="0" algn="ctr">
              <a:spcBef>
                <a:spcPts val="0"/>
              </a:spcBef>
              <a:spcAft>
                <a:spcPts val="0"/>
              </a:spcAft>
              <a:buNone/>
            </a:pPr>
            <a:r>
              <a:rPr lang="en" sz="1700">
                <a:solidFill>
                  <a:srgbClr val="FFFFFF"/>
                </a:solidFill>
                <a:latin typeface="Calibri"/>
                <a:ea typeface="Calibri"/>
                <a:cs typeface="Calibri"/>
                <a:sym typeface="Calibri"/>
              </a:rPr>
              <a:t>Sufre pérdidas millonarias cada año.</a:t>
            </a:r>
            <a:endParaRPr sz="1700">
              <a:solidFill>
                <a:srgbClr val="FFFFFF"/>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660000"/>
        </a:solidFill>
      </p:bgPr>
    </p:bg>
    <p:spTree>
      <p:nvGrpSpPr>
        <p:cNvPr id="67" name="Shape 67"/>
        <p:cNvGrpSpPr/>
        <p:nvPr/>
      </p:nvGrpSpPr>
      <p:grpSpPr>
        <a:xfrm>
          <a:off x="0" y="0"/>
          <a:ext cx="0" cy="0"/>
          <a:chOff x="0" y="0"/>
          <a:chExt cx="0" cy="0"/>
        </a:xfrm>
      </p:grpSpPr>
      <p:sp>
        <p:nvSpPr>
          <p:cNvPr id="68" name="Google Shape;68;p15"/>
          <p:cNvSpPr/>
          <p:nvPr/>
        </p:nvSpPr>
        <p:spPr>
          <a:xfrm>
            <a:off x="204675" y="1574375"/>
            <a:ext cx="3400800" cy="3363600"/>
          </a:xfrm>
          <a:prstGeom prst="rect">
            <a:avLst/>
          </a:prstGeom>
          <a:solidFill>
            <a:srgbClr val="9E9E9E">
              <a:alpha val="0"/>
            </a:srgbClr>
          </a:solidFill>
          <a:ln cap="flat" cmpd="sng" w="9525">
            <a:solidFill>
              <a:srgbClr val="EFEFE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F3F3F3"/>
              </a:solidFill>
              <a:latin typeface="Calibri"/>
              <a:ea typeface="Calibri"/>
              <a:cs typeface="Calibri"/>
              <a:sym typeface="Calibri"/>
            </a:endParaRPr>
          </a:p>
        </p:txBody>
      </p:sp>
      <p:sp>
        <p:nvSpPr>
          <p:cNvPr id="69" name="Google Shape;69;p15"/>
          <p:cNvSpPr txBox="1"/>
          <p:nvPr>
            <p:ph type="title"/>
          </p:nvPr>
        </p:nvSpPr>
        <p:spPr>
          <a:xfrm>
            <a:off x="204675" y="519000"/>
            <a:ext cx="8737800" cy="7248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solidFill>
                  <a:srgbClr val="CC0000"/>
                </a:solidFill>
              </a:rPr>
              <a:t>El problema, en n</a:t>
            </a:r>
            <a:r>
              <a:rPr lang="en">
                <a:solidFill>
                  <a:srgbClr val="CC0000"/>
                </a:solidFill>
              </a:rPr>
              <a:t>úmeros</a:t>
            </a:r>
            <a:endParaRPr>
              <a:solidFill>
                <a:srgbClr val="CC0000"/>
              </a:solidFill>
            </a:endParaRPr>
          </a:p>
        </p:txBody>
      </p:sp>
      <p:graphicFrame>
        <p:nvGraphicFramePr>
          <p:cNvPr id="70" name="Google Shape;70;p15"/>
          <p:cNvGraphicFramePr/>
          <p:nvPr/>
        </p:nvGraphicFramePr>
        <p:xfrm>
          <a:off x="682750" y="4591506"/>
          <a:ext cx="3000000" cy="3000000"/>
        </p:xfrm>
        <a:graphic>
          <a:graphicData uri="http://schemas.openxmlformats.org/drawingml/2006/table">
            <a:tbl>
              <a:tblPr>
                <a:noFill/>
                <a:tableStyleId>{E88834AC-0BE8-4C72-A2B7-8E266E839F48}</a:tableStyleId>
              </a:tblPr>
              <a:tblGrid>
                <a:gridCol w="821450"/>
                <a:gridCol w="821450"/>
                <a:gridCol w="821450"/>
              </a:tblGrid>
              <a:tr h="241650">
                <a:tc>
                  <a:txBody>
                    <a:bodyPr/>
                    <a:lstStyle/>
                    <a:p>
                      <a:pPr indent="0" lvl="0" marL="0" rtl="0" algn="l">
                        <a:lnSpc>
                          <a:spcPct val="115000"/>
                        </a:lnSpc>
                        <a:spcBef>
                          <a:spcPts val="0"/>
                        </a:spcBef>
                        <a:spcAft>
                          <a:spcPts val="0"/>
                        </a:spcAft>
                        <a:buNone/>
                      </a:pPr>
                      <a:r>
                        <a:rPr b="1" lang="en" sz="1000">
                          <a:solidFill>
                            <a:schemeClr val="lt2"/>
                          </a:solidFill>
                          <a:latin typeface="Roboto"/>
                          <a:ea typeface="Roboto"/>
                          <a:cs typeface="Roboto"/>
                          <a:sym typeface="Roboto"/>
                        </a:rPr>
                        <a:t>2022-2023</a:t>
                      </a:r>
                      <a:endParaRPr b="1" sz="1000">
                        <a:solidFill>
                          <a:schemeClr val="lt2"/>
                        </a:solidFill>
                        <a:latin typeface="Roboto"/>
                        <a:ea typeface="Roboto"/>
                        <a:cs typeface="Roboto"/>
                        <a:sym typeface="Roboto"/>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n" sz="1000">
                          <a:solidFill>
                            <a:schemeClr val="lt2"/>
                          </a:solidFill>
                          <a:latin typeface="Roboto"/>
                          <a:ea typeface="Roboto"/>
                          <a:cs typeface="Roboto"/>
                          <a:sym typeface="Roboto"/>
                        </a:rPr>
                        <a:t>2023-2024</a:t>
                      </a:r>
                      <a:endParaRPr b="1" sz="1000">
                        <a:solidFill>
                          <a:schemeClr val="lt2"/>
                        </a:solidFill>
                        <a:latin typeface="Roboto"/>
                        <a:ea typeface="Roboto"/>
                        <a:cs typeface="Roboto"/>
                        <a:sym typeface="Roboto"/>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n" sz="1000">
                          <a:solidFill>
                            <a:schemeClr val="lt2"/>
                          </a:solidFill>
                          <a:latin typeface="Roboto"/>
                          <a:ea typeface="Roboto"/>
                          <a:cs typeface="Roboto"/>
                          <a:sym typeface="Roboto"/>
                        </a:rPr>
                        <a:t>2024-2025</a:t>
                      </a:r>
                      <a:endParaRPr b="1" sz="1000">
                        <a:solidFill>
                          <a:schemeClr val="lt2"/>
                        </a:solidFill>
                        <a:latin typeface="Roboto"/>
                        <a:ea typeface="Roboto"/>
                        <a:cs typeface="Roboto"/>
                        <a:sym typeface="Roboto"/>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bl>
          </a:graphicData>
        </a:graphic>
      </p:graphicFrame>
      <p:sp>
        <p:nvSpPr>
          <p:cNvPr id="71" name="Google Shape;71;p15"/>
          <p:cNvSpPr/>
          <p:nvPr/>
        </p:nvSpPr>
        <p:spPr>
          <a:xfrm>
            <a:off x="766100" y="1958329"/>
            <a:ext cx="722400" cy="2607600"/>
          </a:xfrm>
          <a:prstGeom prst="rect">
            <a:avLst/>
          </a:prstGeom>
          <a:solidFill>
            <a:srgbClr val="CC0000"/>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15"/>
          <p:cNvSpPr/>
          <p:nvPr/>
        </p:nvSpPr>
        <p:spPr>
          <a:xfrm>
            <a:off x="1586850" y="4164169"/>
            <a:ext cx="722400" cy="4017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15"/>
          <p:cNvSpPr/>
          <p:nvPr/>
        </p:nvSpPr>
        <p:spPr>
          <a:xfrm>
            <a:off x="2407600" y="2692125"/>
            <a:ext cx="722400" cy="1873800"/>
          </a:xfrm>
          <a:prstGeom prst="rect">
            <a:avLst/>
          </a:prstGeom>
          <a:solidFill>
            <a:srgbClr val="CC0000"/>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15"/>
          <p:cNvSpPr txBox="1"/>
          <p:nvPr/>
        </p:nvSpPr>
        <p:spPr>
          <a:xfrm>
            <a:off x="766100" y="1958325"/>
            <a:ext cx="722400" cy="585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300">
                <a:solidFill>
                  <a:schemeClr val="dk1"/>
                </a:solidFill>
                <a:latin typeface="Calibri"/>
                <a:ea typeface="Calibri"/>
                <a:cs typeface="Calibri"/>
                <a:sym typeface="Calibri"/>
              </a:rPr>
              <a:t>26.261 ha</a:t>
            </a:r>
            <a:endParaRPr sz="1300">
              <a:solidFill>
                <a:schemeClr val="dk1"/>
              </a:solidFill>
              <a:latin typeface="Calibri"/>
              <a:ea typeface="Calibri"/>
              <a:cs typeface="Calibri"/>
              <a:sym typeface="Calibri"/>
            </a:endParaRPr>
          </a:p>
        </p:txBody>
      </p:sp>
      <p:sp>
        <p:nvSpPr>
          <p:cNvPr id="75" name="Google Shape;75;p15"/>
          <p:cNvSpPr txBox="1"/>
          <p:nvPr/>
        </p:nvSpPr>
        <p:spPr>
          <a:xfrm>
            <a:off x="1586850" y="4172575"/>
            <a:ext cx="722400" cy="384900"/>
          </a:xfrm>
          <a:prstGeom prst="rect">
            <a:avLst/>
          </a:prstGeom>
          <a:solidFill>
            <a:srgbClr val="CC0000"/>
          </a:solid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300">
                <a:solidFill>
                  <a:schemeClr val="dk1"/>
                </a:solidFill>
                <a:latin typeface="Calibri"/>
                <a:ea typeface="Calibri"/>
                <a:cs typeface="Calibri"/>
                <a:sym typeface="Calibri"/>
              </a:rPr>
              <a:t>2705 ha</a:t>
            </a:r>
            <a:endParaRPr sz="1300">
              <a:solidFill>
                <a:schemeClr val="dk1"/>
              </a:solidFill>
              <a:latin typeface="Calibri"/>
              <a:ea typeface="Calibri"/>
              <a:cs typeface="Calibri"/>
              <a:sym typeface="Calibri"/>
            </a:endParaRPr>
          </a:p>
        </p:txBody>
      </p:sp>
      <p:sp>
        <p:nvSpPr>
          <p:cNvPr id="76" name="Google Shape;76;p15"/>
          <p:cNvSpPr txBox="1"/>
          <p:nvPr/>
        </p:nvSpPr>
        <p:spPr>
          <a:xfrm>
            <a:off x="2407600" y="2692125"/>
            <a:ext cx="722400" cy="585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300">
                <a:solidFill>
                  <a:schemeClr val="dk1"/>
                </a:solidFill>
                <a:latin typeface="Calibri"/>
                <a:ea typeface="Calibri"/>
                <a:cs typeface="Calibri"/>
                <a:sym typeface="Calibri"/>
              </a:rPr>
              <a:t>14.237</a:t>
            </a:r>
            <a:r>
              <a:rPr lang="en" sz="1300">
                <a:solidFill>
                  <a:schemeClr val="dk1"/>
                </a:solidFill>
                <a:latin typeface="Calibri"/>
                <a:ea typeface="Calibri"/>
                <a:cs typeface="Calibri"/>
                <a:sym typeface="Calibri"/>
              </a:rPr>
              <a:t> ha</a:t>
            </a:r>
            <a:endParaRPr sz="1300">
              <a:solidFill>
                <a:schemeClr val="dk1"/>
              </a:solidFill>
              <a:latin typeface="Calibri"/>
              <a:ea typeface="Calibri"/>
              <a:cs typeface="Calibri"/>
              <a:sym typeface="Calibri"/>
            </a:endParaRPr>
          </a:p>
        </p:txBody>
      </p:sp>
      <p:sp>
        <p:nvSpPr>
          <p:cNvPr id="77" name="Google Shape;77;p15"/>
          <p:cNvSpPr txBox="1"/>
          <p:nvPr/>
        </p:nvSpPr>
        <p:spPr>
          <a:xfrm>
            <a:off x="214525" y="1574375"/>
            <a:ext cx="3400800" cy="384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300">
                <a:solidFill>
                  <a:schemeClr val="dk1"/>
                </a:solidFill>
                <a:latin typeface="Calibri"/>
                <a:ea typeface="Calibri"/>
                <a:cs typeface="Calibri"/>
                <a:sym typeface="Calibri"/>
              </a:rPr>
              <a:t>Hectáreas</a:t>
            </a:r>
            <a:r>
              <a:rPr lang="en" sz="1300">
                <a:solidFill>
                  <a:schemeClr val="dk1"/>
                </a:solidFill>
                <a:latin typeface="Calibri"/>
                <a:ea typeface="Calibri"/>
                <a:cs typeface="Calibri"/>
                <a:sym typeface="Calibri"/>
              </a:rPr>
              <a:t> perdidas por temporada</a:t>
            </a:r>
            <a:endParaRPr sz="1300">
              <a:solidFill>
                <a:schemeClr val="dk1"/>
              </a:solidFill>
              <a:latin typeface="Calibri"/>
              <a:ea typeface="Calibri"/>
              <a:cs typeface="Calibri"/>
              <a:sym typeface="Calibri"/>
            </a:endParaRPr>
          </a:p>
        </p:txBody>
      </p:sp>
      <p:sp>
        <p:nvSpPr>
          <p:cNvPr id="78" name="Google Shape;78;p15"/>
          <p:cNvSpPr/>
          <p:nvPr/>
        </p:nvSpPr>
        <p:spPr>
          <a:xfrm>
            <a:off x="3605475" y="1572525"/>
            <a:ext cx="5337000" cy="3363600"/>
          </a:xfrm>
          <a:prstGeom prst="rect">
            <a:avLst/>
          </a:prstGeom>
          <a:solidFill>
            <a:srgbClr val="CC0000"/>
          </a:solidFill>
          <a:ln cap="flat" cmpd="sng" w="9525">
            <a:solidFill>
              <a:srgbClr val="EFEFE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79" name="Google Shape;79;p15"/>
          <p:cNvSpPr/>
          <p:nvPr/>
        </p:nvSpPr>
        <p:spPr>
          <a:xfrm>
            <a:off x="3605475" y="1573413"/>
            <a:ext cx="1779000" cy="1873800"/>
          </a:xfrm>
          <a:prstGeom prst="rect">
            <a:avLst/>
          </a:prstGeom>
          <a:solidFill>
            <a:srgbClr val="E06666"/>
          </a:solidFill>
          <a:ln cap="flat" cmpd="sng" w="9525">
            <a:solidFill>
              <a:srgbClr val="EFEFE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80" name="Google Shape;80;p15"/>
          <p:cNvSpPr txBox="1"/>
          <p:nvPr/>
        </p:nvSpPr>
        <p:spPr>
          <a:xfrm>
            <a:off x="3605475" y="1600229"/>
            <a:ext cx="1779000" cy="384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300">
                <a:solidFill>
                  <a:schemeClr val="dk1"/>
                </a:solidFill>
                <a:latin typeface="Calibri"/>
                <a:ea typeface="Calibri"/>
                <a:cs typeface="Calibri"/>
                <a:sym typeface="Calibri"/>
              </a:rPr>
              <a:t>CULTIVOS</a:t>
            </a:r>
            <a:endParaRPr b="1" sz="1300">
              <a:solidFill>
                <a:schemeClr val="dk1"/>
              </a:solidFill>
              <a:latin typeface="Calibri"/>
              <a:ea typeface="Calibri"/>
              <a:cs typeface="Calibri"/>
              <a:sym typeface="Calibri"/>
            </a:endParaRPr>
          </a:p>
        </p:txBody>
      </p:sp>
      <p:sp>
        <p:nvSpPr>
          <p:cNvPr id="81" name="Google Shape;81;p15"/>
          <p:cNvSpPr txBox="1"/>
          <p:nvPr/>
        </p:nvSpPr>
        <p:spPr>
          <a:xfrm>
            <a:off x="3605475" y="1979086"/>
            <a:ext cx="1779000" cy="1262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chemeClr val="dk1"/>
                </a:solidFill>
                <a:latin typeface="Calibri"/>
                <a:ea typeface="Calibri"/>
                <a:cs typeface="Calibri"/>
                <a:sym typeface="Calibri"/>
              </a:rPr>
              <a:t>Valor 1ha = </a:t>
            </a:r>
            <a:r>
              <a:rPr b="1" lang="en" sz="1000">
                <a:solidFill>
                  <a:schemeClr val="dk1"/>
                </a:solidFill>
                <a:latin typeface="Calibri"/>
                <a:ea typeface="Calibri"/>
                <a:cs typeface="Calibri"/>
                <a:sym typeface="Calibri"/>
              </a:rPr>
              <a:t>US$600 - US$1800</a:t>
            </a:r>
            <a:endParaRPr b="1" sz="1000">
              <a:solidFill>
                <a:schemeClr val="dk1"/>
              </a:solidFill>
              <a:latin typeface="Calibri"/>
              <a:ea typeface="Calibri"/>
              <a:cs typeface="Calibri"/>
              <a:sym typeface="Calibri"/>
            </a:endParaRPr>
          </a:p>
          <a:p>
            <a:pPr indent="0" lvl="0" marL="0" rtl="0" algn="l">
              <a:spcBef>
                <a:spcPts val="0"/>
              </a:spcBef>
              <a:spcAft>
                <a:spcPts val="0"/>
              </a:spcAft>
              <a:buNone/>
            </a:pPr>
            <a:r>
              <a:t/>
            </a:r>
            <a:endParaRPr sz="1000">
              <a:solidFill>
                <a:schemeClr val="dk1"/>
              </a:solidFill>
              <a:latin typeface="Calibri"/>
              <a:ea typeface="Calibri"/>
              <a:cs typeface="Calibri"/>
              <a:sym typeface="Calibri"/>
            </a:endParaRPr>
          </a:p>
          <a:p>
            <a:pPr indent="0" lvl="0" marL="0" rtl="0" algn="l">
              <a:spcBef>
                <a:spcPts val="0"/>
              </a:spcBef>
              <a:spcAft>
                <a:spcPts val="0"/>
              </a:spcAft>
              <a:buNone/>
            </a:pPr>
            <a:r>
              <a:rPr lang="en" sz="1000">
                <a:solidFill>
                  <a:schemeClr val="dk1"/>
                </a:solidFill>
                <a:latin typeface="Calibri"/>
                <a:ea typeface="Calibri"/>
                <a:cs typeface="Calibri"/>
                <a:sym typeface="Calibri"/>
              </a:rPr>
              <a:t>26.261*600 = </a:t>
            </a:r>
            <a:r>
              <a:rPr b="1" lang="en" sz="1000">
                <a:solidFill>
                  <a:schemeClr val="dk1"/>
                </a:solidFill>
                <a:latin typeface="Calibri"/>
                <a:ea typeface="Calibri"/>
                <a:cs typeface="Calibri"/>
                <a:sym typeface="Calibri"/>
              </a:rPr>
              <a:t>US$15.756.600</a:t>
            </a:r>
            <a:endParaRPr b="1" sz="1000">
              <a:solidFill>
                <a:schemeClr val="dk1"/>
              </a:solidFill>
              <a:latin typeface="Calibri"/>
              <a:ea typeface="Calibri"/>
              <a:cs typeface="Calibri"/>
              <a:sym typeface="Calibri"/>
            </a:endParaRPr>
          </a:p>
          <a:p>
            <a:pPr indent="0" lvl="0" marL="0" rtl="0" algn="l">
              <a:spcBef>
                <a:spcPts val="0"/>
              </a:spcBef>
              <a:spcAft>
                <a:spcPts val="0"/>
              </a:spcAft>
              <a:buNone/>
            </a:pPr>
            <a:r>
              <a:rPr b="1" lang="en" sz="1000">
                <a:solidFill>
                  <a:schemeClr val="dk1"/>
                </a:solidFill>
                <a:latin typeface="Calibri"/>
                <a:ea typeface="Calibri"/>
                <a:cs typeface="Calibri"/>
                <a:sym typeface="Calibri"/>
              </a:rPr>
              <a:t>+ Degradación del suelo… difícil estimar las pérdidas totales… ¿Cuándo se podrá replantar?</a:t>
            </a:r>
            <a:endParaRPr b="1" sz="1000">
              <a:solidFill>
                <a:schemeClr val="dk1"/>
              </a:solidFill>
              <a:latin typeface="Calibri"/>
              <a:ea typeface="Calibri"/>
              <a:cs typeface="Calibri"/>
              <a:sym typeface="Calibri"/>
            </a:endParaRPr>
          </a:p>
        </p:txBody>
      </p:sp>
      <p:sp>
        <p:nvSpPr>
          <p:cNvPr id="82" name="Google Shape;82;p15"/>
          <p:cNvSpPr/>
          <p:nvPr/>
        </p:nvSpPr>
        <p:spPr>
          <a:xfrm>
            <a:off x="5384475" y="1573262"/>
            <a:ext cx="1779000" cy="1873800"/>
          </a:xfrm>
          <a:prstGeom prst="rect">
            <a:avLst/>
          </a:prstGeom>
          <a:solidFill>
            <a:srgbClr val="E06666"/>
          </a:solidFill>
          <a:ln cap="flat" cmpd="sng" w="9525">
            <a:solidFill>
              <a:srgbClr val="EFEFE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83" name="Google Shape;83;p15"/>
          <p:cNvSpPr txBox="1"/>
          <p:nvPr/>
        </p:nvSpPr>
        <p:spPr>
          <a:xfrm>
            <a:off x="5384475" y="1603039"/>
            <a:ext cx="1779000" cy="384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300">
                <a:solidFill>
                  <a:schemeClr val="dk1"/>
                </a:solidFill>
                <a:latin typeface="Calibri"/>
                <a:ea typeface="Calibri"/>
                <a:cs typeface="Calibri"/>
                <a:sym typeface="Calibri"/>
              </a:rPr>
              <a:t>PASTURA</a:t>
            </a:r>
            <a:endParaRPr b="1" sz="1300">
              <a:solidFill>
                <a:schemeClr val="dk1"/>
              </a:solidFill>
              <a:latin typeface="Calibri"/>
              <a:ea typeface="Calibri"/>
              <a:cs typeface="Calibri"/>
              <a:sym typeface="Calibri"/>
            </a:endParaRPr>
          </a:p>
        </p:txBody>
      </p:sp>
      <p:sp>
        <p:nvSpPr>
          <p:cNvPr id="84" name="Google Shape;84;p15"/>
          <p:cNvSpPr txBox="1"/>
          <p:nvPr/>
        </p:nvSpPr>
        <p:spPr>
          <a:xfrm>
            <a:off x="5384475" y="1961150"/>
            <a:ext cx="1779000" cy="1569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chemeClr val="dk1"/>
                </a:solidFill>
                <a:latin typeface="Calibri"/>
                <a:ea typeface="Calibri"/>
                <a:cs typeface="Calibri"/>
                <a:sym typeface="Calibri"/>
              </a:rPr>
              <a:t>Valor 1ha = </a:t>
            </a:r>
            <a:r>
              <a:rPr b="1" lang="en" sz="1000">
                <a:solidFill>
                  <a:schemeClr val="dk1"/>
                </a:solidFill>
                <a:latin typeface="Calibri"/>
                <a:ea typeface="Calibri"/>
                <a:cs typeface="Calibri"/>
                <a:sym typeface="Calibri"/>
              </a:rPr>
              <a:t>1 UG</a:t>
            </a:r>
            <a:r>
              <a:rPr lang="en" sz="1000">
                <a:solidFill>
                  <a:schemeClr val="dk1"/>
                </a:solidFill>
                <a:latin typeface="Calibri"/>
                <a:ea typeface="Calibri"/>
                <a:cs typeface="Calibri"/>
                <a:sym typeface="Calibri"/>
              </a:rPr>
              <a:t> (Unidad de Ganado)</a:t>
            </a:r>
            <a:endParaRPr sz="1000">
              <a:solidFill>
                <a:schemeClr val="dk1"/>
              </a:solidFill>
              <a:latin typeface="Calibri"/>
              <a:ea typeface="Calibri"/>
              <a:cs typeface="Calibri"/>
              <a:sym typeface="Calibri"/>
            </a:endParaRPr>
          </a:p>
          <a:p>
            <a:pPr indent="0" lvl="0" marL="0" rtl="0" algn="l">
              <a:spcBef>
                <a:spcPts val="0"/>
              </a:spcBef>
              <a:spcAft>
                <a:spcPts val="0"/>
              </a:spcAft>
              <a:buNone/>
            </a:pPr>
            <a:r>
              <a:t/>
            </a:r>
            <a:endParaRPr sz="1000">
              <a:solidFill>
                <a:schemeClr val="dk1"/>
              </a:solidFill>
              <a:latin typeface="Calibri"/>
              <a:ea typeface="Calibri"/>
              <a:cs typeface="Calibri"/>
              <a:sym typeface="Calibri"/>
            </a:endParaRPr>
          </a:p>
          <a:p>
            <a:pPr indent="0" lvl="0" marL="0" rtl="0" algn="l">
              <a:spcBef>
                <a:spcPts val="0"/>
              </a:spcBef>
              <a:spcAft>
                <a:spcPts val="0"/>
              </a:spcAft>
              <a:buNone/>
            </a:pPr>
            <a:r>
              <a:rPr lang="en" sz="1000">
                <a:solidFill>
                  <a:schemeClr val="dk1"/>
                </a:solidFill>
                <a:latin typeface="Calibri"/>
                <a:ea typeface="Calibri"/>
                <a:cs typeface="Calibri"/>
                <a:sym typeface="Calibri"/>
              </a:rPr>
              <a:t>Valor 1 UG = </a:t>
            </a:r>
            <a:r>
              <a:rPr b="1" lang="en" sz="1000">
                <a:solidFill>
                  <a:schemeClr val="dk1"/>
                </a:solidFill>
                <a:latin typeface="Calibri"/>
                <a:ea typeface="Calibri"/>
                <a:cs typeface="Calibri"/>
                <a:sym typeface="Calibri"/>
              </a:rPr>
              <a:t>US$ 500</a:t>
            </a:r>
            <a:endParaRPr b="1" sz="1000">
              <a:solidFill>
                <a:schemeClr val="dk1"/>
              </a:solidFill>
              <a:latin typeface="Calibri"/>
              <a:ea typeface="Calibri"/>
              <a:cs typeface="Calibri"/>
              <a:sym typeface="Calibri"/>
            </a:endParaRPr>
          </a:p>
          <a:p>
            <a:pPr indent="0" lvl="0" marL="0" rtl="0" algn="l">
              <a:spcBef>
                <a:spcPts val="0"/>
              </a:spcBef>
              <a:spcAft>
                <a:spcPts val="0"/>
              </a:spcAft>
              <a:buNone/>
            </a:pPr>
            <a:r>
              <a:t/>
            </a:r>
            <a:endParaRPr b="1" sz="1000">
              <a:solidFill>
                <a:schemeClr val="dk1"/>
              </a:solidFill>
              <a:latin typeface="Calibri"/>
              <a:ea typeface="Calibri"/>
              <a:cs typeface="Calibri"/>
              <a:sym typeface="Calibri"/>
            </a:endParaRPr>
          </a:p>
          <a:p>
            <a:pPr indent="0" lvl="0" marL="0" rtl="0" algn="l">
              <a:spcBef>
                <a:spcPts val="0"/>
              </a:spcBef>
              <a:spcAft>
                <a:spcPts val="0"/>
              </a:spcAft>
              <a:buNone/>
            </a:pPr>
            <a:r>
              <a:rPr lang="en" sz="1000">
                <a:solidFill>
                  <a:schemeClr val="dk1"/>
                </a:solidFill>
                <a:latin typeface="Calibri"/>
                <a:ea typeface="Calibri"/>
                <a:cs typeface="Calibri"/>
                <a:sym typeface="Calibri"/>
              </a:rPr>
              <a:t>26.261 * 500 =</a:t>
            </a:r>
            <a:r>
              <a:rPr b="1" lang="en" sz="1000">
                <a:solidFill>
                  <a:schemeClr val="dk1"/>
                </a:solidFill>
                <a:latin typeface="Calibri"/>
                <a:ea typeface="Calibri"/>
                <a:cs typeface="Calibri"/>
                <a:sym typeface="Calibri"/>
              </a:rPr>
              <a:t> US$13.130.500</a:t>
            </a:r>
            <a:endParaRPr b="1" sz="1000">
              <a:solidFill>
                <a:schemeClr val="dk1"/>
              </a:solidFill>
              <a:latin typeface="Calibri"/>
              <a:ea typeface="Calibri"/>
              <a:cs typeface="Calibri"/>
              <a:sym typeface="Calibri"/>
            </a:endParaRPr>
          </a:p>
          <a:p>
            <a:pPr indent="0" lvl="0" marL="0" rtl="0" algn="l">
              <a:spcBef>
                <a:spcPts val="0"/>
              </a:spcBef>
              <a:spcAft>
                <a:spcPts val="0"/>
              </a:spcAft>
              <a:buNone/>
            </a:pPr>
            <a:r>
              <a:rPr b="1" lang="en" sz="1000">
                <a:solidFill>
                  <a:schemeClr val="dk1"/>
                </a:solidFill>
                <a:latin typeface="Calibri"/>
                <a:ea typeface="Calibri"/>
                <a:cs typeface="Calibri"/>
                <a:sym typeface="Calibri"/>
              </a:rPr>
              <a:t>+ Pérdida de nuevos terneros (1x vaca). Al final termina siendo el doble de pérdida.</a:t>
            </a:r>
            <a:endParaRPr b="1" sz="1000">
              <a:solidFill>
                <a:schemeClr val="dk1"/>
              </a:solidFill>
              <a:latin typeface="Calibri"/>
              <a:ea typeface="Calibri"/>
              <a:cs typeface="Calibri"/>
              <a:sym typeface="Calibri"/>
            </a:endParaRPr>
          </a:p>
        </p:txBody>
      </p:sp>
      <p:sp>
        <p:nvSpPr>
          <p:cNvPr id="85" name="Google Shape;85;p15"/>
          <p:cNvSpPr/>
          <p:nvPr/>
        </p:nvSpPr>
        <p:spPr>
          <a:xfrm>
            <a:off x="7163475" y="1577645"/>
            <a:ext cx="1779000" cy="1873800"/>
          </a:xfrm>
          <a:prstGeom prst="rect">
            <a:avLst/>
          </a:prstGeom>
          <a:solidFill>
            <a:srgbClr val="E06666"/>
          </a:solidFill>
          <a:ln cap="flat" cmpd="sng" w="9525">
            <a:solidFill>
              <a:srgbClr val="EFEFE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86" name="Google Shape;86;p15"/>
          <p:cNvSpPr txBox="1"/>
          <p:nvPr/>
        </p:nvSpPr>
        <p:spPr>
          <a:xfrm>
            <a:off x="7163475" y="1595515"/>
            <a:ext cx="1779000" cy="384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300">
                <a:solidFill>
                  <a:schemeClr val="dk1"/>
                </a:solidFill>
                <a:latin typeface="Calibri"/>
                <a:ea typeface="Calibri"/>
                <a:cs typeface="Calibri"/>
                <a:sym typeface="Calibri"/>
              </a:rPr>
              <a:t>FORESTACIÓN</a:t>
            </a:r>
            <a:endParaRPr b="1" sz="1300">
              <a:solidFill>
                <a:schemeClr val="dk1"/>
              </a:solidFill>
              <a:latin typeface="Calibri"/>
              <a:ea typeface="Calibri"/>
              <a:cs typeface="Calibri"/>
              <a:sym typeface="Calibri"/>
            </a:endParaRPr>
          </a:p>
        </p:txBody>
      </p:sp>
      <p:sp>
        <p:nvSpPr>
          <p:cNvPr id="87" name="Google Shape;87;p15"/>
          <p:cNvSpPr txBox="1"/>
          <p:nvPr/>
        </p:nvSpPr>
        <p:spPr>
          <a:xfrm>
            <a:off x="7163475" y="1962556"/>
            <a:ext cx="1779000" cy="1416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000">
                <a:solidFill>
                  <a:schemeClr val="dk1"/>
                </a:solidFill>
                <a:latin typeface="Calibri"/>
                <a:ea typeface="Calibri"/>
                <a:cs typeface="Calibri"/>
                <a:sym typeface="Calibri"/>
              </a:rPr>
              <a:t>Un eucalipto</a:t>
            </a:r>
            <a:r>
              <a:rPr lang="en" sz="1000">
                <a:solidFill>
                  <a:schemeClr val="dk1"/>
                </a:solidFill>
                <a:latin typeface="Calibri"/>
                <a:ea typeface="Calibri"/>
                <a:cs typeface="Calibri"/>
                <a:sym typeface="Calibri"/>
              </a:rPr>
              <a:t> demora entre </a:t>
            </a:r>
            <a:r>
              <a:rPr b="1" lang="en" sz="1000">
                <a:solidFill>
                  <a:schemeClr val="dk1"/>
                </a:solidFill>
                <a:latin typeface="Calibri"/>
                <a:ea typeface="Calibri"/>
                <a:cs typeface="Calibri"/>
                <a:sym typeface="Calibri"/>
              </a:rPr>
              <a:t>8 y 12 años </a:t>
            </a:r>
            <a:r>
              <a:rPr lang="en" sz="1000">
                <a:solidFill>
                  <a:schemeClr val="dk1"/>
                </a:solidFill>
                <a:latin typeface="Calibri"/>
                <a:ea typeface="Calibri"/>
                <a:cs typeface="Calibri"/>
                <a:sym typeface="Calibri"/>
              </a:rPr>
              <a:t>en estar pronto para su cosecha. Se pierde por completo la inversión de años. Como suelen ser fuertes, la quema no se lleva todo, por lo que antes de replantar, hay que sacar todo.</a:t>
            </a:r>
            <a:endParaRPr b="1" sz="1000">
              <a:solidFill>
                <a:schemeClr val="dk1"/>
              </a:solidFill>
              <a:latin typeface="Calibri"/>
              <a:ea typeface="Calibri"/>
              <a:cs typeface="Calibri"/>
              <a:sym typeface="Calibri"/>
            </a:endParaRPr>
          </a:p>
        </p:txBody>
      </p:sp>
      <p:sp>
        <p:nvSpPr>
          <p:cNvPr id="88" name="Google Shape;88;p15"/>
          <p:cNvSpPr/>
          <p:nvPr/>
        </p:nvSpPr>
        <p:spPr>
          <a:xfrm>
            <a:off x="3605475" y="3451439"/>
            <a:ext cx="1779000" cy="1483800"/>
          </a:xfrm>
          <a:prstGeom prst="rect">
            <a:avLst/>
          </a:prstGeom>
          <a:solidFill>
            <a:srgbClr val="E06666"/>
          </a:solidFill>
          <a:ln cap="flat" cmpd="sng" w="9525">
            <a:solidFill>
              <a:srgbClr val="EFEFE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EFEFEF"/>
              </a:solidFill>
              <a:latin typeface="Calibri"/>
              <a:ea typeface="Calibri"/>
              <a:cs typeface="Calibri"/>
              <a:sym typeface="Calibri"/>
            </a:endParaRPr>
          </a:p>
        </p:txBody>
      </p:sp>
      <p:sp>
        <p:nvSpPr>
          <p:cNvPr id="89" name="Google Shape;89;p15"/>
          <p:cNvSpPr txBox="1"/>
          <p:nvPr/>
        </p:nvSpPr>
        <p:spPr>
          <a:xfrm>
            <a:off x="3605475" y="3451456"/>
            <a:ext cx="1779000" cy="384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300">
                <a:solidFill>
                  <a:schemeClr val="dk1"/>
                </a:solidFill>
                <a:latin typeface="Calibri"/>
                <a:ea typeface="Calibri"/>
                <a:cs typeface="Calibri"/>
                <a:sym typeface="Calibri"/>
              </a:rPr>
              <a:t>EMPLEO</a:t>
            </a:r>
            <a:endParaRPr b="1" sz="1300">
              <a:solidFill>
                <a:schemeClr val="dk1"/>
              </a:solidFill>
              <a:latin typeface="Calibri"/>
              <a:ea typeface="Calibri"/>
              <a:cs typeface="Calibri"/>
              <a:sym typeface="Calibri"/>
            </a:endParaRPr>
          </a:p>
        </p:txBody>
      </p:sp>
      <p:sp>
        <p:nvSpPr>
          <p:cNvPr id="90" name="Google Shape;90;p15"/>
          <p:cNvSpPr txBox="1"/>
          <p:nvPr/>
        </p:nvSpPr>
        <p:spPr>
          <a:xfrm>
            <a:off x="3605475" y="3755905"/>
            <a:ext cx="1779000" cy="954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chemeClr val="dk1"/>
                </a:solidFill>
                <a:latin typeface="Calibri"/>
                <a:ea typeface="Calibri"/>
                <a:cs typeface="Calibri"/>
                <a:sym typeface="Calibri"/>
              </a:rPr>
              <a:t>Reducciones de empleo en cosecha, tareas de mantenimiento, empresas tercerizadas (fumigación, maquinaría, contratistas).</a:t>
            </a:r>
            <a:endParaRPr sz="1000">
              <a:solidFill>
                <a:schemeClr val="dk1"/>
              </a:solidFill>
              <a:latin typeface="Calibri"/>
              <a:ea typeface="Calibri"/>
              <a:cs typeface="Calibri"/>
              <a:sym typeface="Calibri"/>
            </a:endParaRPr>
          </a:p>
        </p:txBody>
      </p:sp>
      <p:sp>
        <p:nvSpPr>
          <p:cNvPr id="91" name="Google Shape;91;p15"/>
          <p:cNvSpPr/>
          <p:nvPr/>
        </p:nvSpPr>
        <p:spPr>
          <a:xfrm>
            <a:off x="5384475" y="3449222"/>
            <a:ext cx="1779000" cy="1483800"/>
          </a:xfrm>
          <a:prstGeom prst="rect">
            <a:avLst/>
          </a:prstGeom>
          <a:solidFill>
            <a:srgbClr val="E06666"/>
          </a:solidFill>
          <a:ln cap="flat" cmpd="sng" w="9525">
            <a:solidFill>
              <a:srgbClr val="EFEFE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92" name="Google Shape;92;p15"/>
          <p:cNvSpPr txBox="1"/>
          <p:nvPr/>
        </p:nvSpPr>
        <p:spPr>
          <a:xfrm>
            <a:off x="5384487" y="3451456"/>
            <a:ext cx="1779000" cy="384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300">
                <a:solidFill>
                  <a:schemeClr val="dk1"/>
                </a:solidFill>
                <a:latin typeface="Calibri"/>
                <a:ea typeface="Calibri"/>
                <a:cs typeface="Calibri"/>
                <a:sym typeface="Calibri"/>
              </a:rPr>
              <a:t>CADENA PRODUCTIVA</a:t>
            </a:r>
            <a:endParaRPr b="1" sz="1300">
              <a:solidFill>
                <a:schemeClr val="dk1"/>
              </a:solidFill>
              <a:latin typeface="Calibri"/>
              <a:ea typeface="Calibri"/>
              <a:cs typeface="Calibri"/>
              <a:sym typeface="Calibri"/>
            </a:endParaRPr>
          </a:p>
        </p:txBody>
      </p:sp>
      <p:sp>
        <p:nvSpPr>
          <p:cNvPr id="93" name="Google Shape;93;p15"/>
          <p:cNvSpPr txBox="1"/>
          <p:nvPr/>
        </p:nvSpPr>
        <p:spPr>
          <a:xfrm>
            <a:off x="5384475" y="3749397"/>
            <a:ext cx="1779000" cy="1108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000">
                <a:solidFill>
                  <a:schemeClr val="dk1"/>
                </a:solidFill>
                <a:latin typeface="Calibri"/>
                <a:ea typeface="Calibri"/>
                <a:cs typeface="Calibri"/>
                <a:sym typeface="Calibri"/>
              </a:rPr>
              <a:t>Inestabilidad</a:t>
            </a:r>
            <a:r>
              <a:rPr lang="en" sz="1000">
                <a:solidFill>
                  <a:schemeClr val="dk1"/>
                </a:solidFill>
                <a:latin typeface="Calibri"/>
                <a:ea typeface="Calibri"/>
                <a:cs typeface="Calibri"/>
                <a:sym typeface="Calibri"/>
              </a:rPr>
              <a:t> en la oferta. Afecta a cooperativas, barracas, proveedores de insumos, acopios e </a:t>
            </a:r>
            <a:r>
              <a:rPr b="1" lang="en" sz="1000">
                <a:solidFill>
                  <a:schemeClr val="dk1"/>
                </a:solidFill>
                <a:latin typeface="Calibri"/>
                <a:ea typeface="Calibri"/>
                <a:cs typeface="Calibri"/>
                <a:sym typeface="Calibri"/>
              </a:rPr>
              <a:t>industrias</a:t>
            </a:r>
            <a:r>
              <a:rPr lang="en" sz="1000">
                <a:solidFill>
                  <a:schemeClr val="dk1"/>
                </a:solidFill>
                <a:latin typeface="Calibri"/>
                <a:ea typeface="Calibri"/>
                <a:cs typeface="Calibri"/>
                <a:sym typeface="Calibri"/>
              </a:rPr>
              <a:t> que </a:t>
            </a:r>
            <a:r>
              <a:rPr b="1" lang="en" sz="1000">
                <a:solidFill>
                  <a:schemeClr val="dk1"/>
                </a:solidFill>
                <a:latin typeface="Calibri"/>
                <a:ea typeface="Calibri"/>
                <a:cs typeface="Calibri"/>
                <a:sym typeface="Calibri"/>
              </a:rPr>
              <a:t>dependen del volumen producido</a:t>
            </a:r>
            <a:r>
              <a:rPr lang="en" sz="1000">
                <a:solidFill>
                  <a:schemeClr val="dk1"/>
                </a:solidFill>
                <a:latin typeface="Calibri"/>
                <a:ea typeface="Calibri"/>
                <a:cs typeface="Calibri"/>
                <a:sym typeface="Calibri"/>
              </a:rPr>
              <a:t>. </a:t>
            </a:r>
            <a:r>
              <a:rPr b="1" lang="en" sz="1000">
                <a:solidFill>
                  <a:schemeClr val="dk1"/>
                </a:solidFill>
                <a:latin typeface="Calibri"/>
                <a:ea typeface="Calibri"/>
                <a:cs typeface="Calibri"/>
                <a:sym typeface="Calibri"/>
              </a:rPr>
              <a:t>Bola de nieve</a:t>
            </a:r>
            <a:r>
              <a:rPr lang="en" sz="1000">
                <a:solidFill>
                  <a:schemeClr val="dk1"/>
                </a:solidFill>
                <a:latin typeface="Calibri"/>
                <a:ea typeface="Calibri"/>
                <a:cs typeface="Calibri"/>
                <a:sym typeface="Calibri"/>
              </a:rPr>
              <a:t>.</a:t>
            </a:r>
            <a:endParaRPr sz="1000">
              <a:solidFill>
                <a:schemeClr val="dk1"/>
              </a:solidFill>
              <a:latin typeface="Calibri"/>
              <a:ea typeface="Calibri"/>
              <a:cs typeface="Calibri"/>
              <a:sym typeface="Calibri"/>
            </a:endParaRPr>
          </a:p>
        </p:txBody>
      </p:sp>
      <p:sp>
        <p:nvSpPr>
          <p:cNvPr id="94" name="Google Shape;94;p15"/>
          <p:cNvSpPr/>
          <p:nvPr/>
        </p:nvSpPr>
        <p:spPr>
          <a:xfrm>
            <a:off x="7163475" y="3446145"/>
            <a:ext cx="1779000" cy="1483800"/>
          </a:xfrm>
          <a:prstGeom prst="rect">
            <a:avLst/>
          </a:prstGeom>
          <a:solidFill>
            <a:srgbClr val="E06666"/>
          </a:solidFill>
          <a:ln cap="flat" cmpd="sng" w="9525">
            <a:solidFill>
              <a:srgbClr val="EFEFE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95" name="Google Shape;95;p15"/>
          <p:cNvSpPr txBox="1"/>
          <p:nvPr/>
        </p:nvSpPr>
        <p:spPr>
          <a:xfrm>
            <a:off x="7163487" y="3451461"/>
            <a:ext cx="1779000" cy="384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300">
                <a:solidFill>
                  <a:schemeClr val="dk1"/>
                </a:solidFill>
                <a:latin typeface="Calibri"/>
                <a:ea typeface="Calibri"/>
                <a:cs typeface="Calibri"/>
                <a:sym typeface="Calibri"/>
              </a:rPr>
              <a:t>NEGOCIO</a:t>
            </a:r>
            <a:endParaRPr b="1" sz="1300">
              <a:solidFill>
                <a:schemeClr val="dk1"/>
              </a:solidFill>
              <a:latin typeface="Calibri"/>
              <a:ea typeface="Calibri"/>
              <a:cs typeface="Calibri"/>
              <a:sym typeface="Calibri"/>
            </a:endParaRPr>
          </a:p>
        </p:txBody>
      </p:sp>
      <p:sp>
        <p:nvSpPr>
          <p:cNvPr id="96" name="Google Shape;96;p15"/>
          <p:cNvSpPr txBox="1"/>
          <p:nvPr/>
        </p:nvSpPr>
        <p:spPr>
          <a:xfrm>
            <a:off x="7163475" y="3738670"/>
            <a:ext cx="1779000" cy="1108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000">
                <a:solidFill>
                  <a:schemeClr val="dk1"/>
                </a:solidFill>
                <a:latin typeface="Calibri"/>
                <a:ea typeface="Calibri"/>
                <a:cs typeface="Calibri"/>
                <a:sym typeface="Calibri"/>
              </a:rPr>
              <a:t>Reputación</a:t>
            </a:r>
            <a:r>
              <a:rPr lang="en" sz="1000">
                <a:solidFill>
                  <a:schemeClr val="dk1"/>
                </a:solidFill>
                <a:latin typeface="Calibri"/>
                <a:ea typeface="Calibri"/>
                <a:cs typeface="Calibri"/>
                <a:sym typeface="Calibri"/>
              </a:rPr>
              <a:t> comprometida. Producción futura comprometida. </a:t>
            </a:r>
            <a:r>
              <a:rPr b="1" lang="en" sz="1000">
                <a:solidFill>
                  <a:schemeClr val="dk1"/>
                </a:solidFill>
                <a:latin typeface="Calibri"/>
                <a:ea typeface="Calibri"/>
                <a:cs typeface="Calibri"/>
                <a:sym typeface="Calibri"/>
              </a:rPr>
              <a:t>Expuesto</a:t>
            </a:r>
            <a:r>
              <a:rPr lang="en" sz="1000">
                <a:solidFill>
                  <a:schemeClr val="dk1"/>
                </a:solidFill>
                <a:latin typeface="Calibri"/>
                <a:ea typeface="Calibri"/>
                <a:cs typeface="Calibri"/>
                <a:sym typeface="Calibri"/>
              </a:rPr>
              <a:t> ante otros riesgos (sequía, caída de precios, crisis). Menor flujo de dinero. </a:t>
            </a:r>
            <a:endParaRPr sz="1000">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pic>
        <p:nvPicPr>
          <p:cNvPr descr="garage business service, client customer person make a payment with credit card or money to buy and repair at vehicle car auto maintenance center,  mechanic hand working to pay, transportation term (Provided by Getty Images)" id="101" name="Google Shape;101;p16"/>
          <p:cNvPicPr preferRelativeResize="0"/>
          <p:nvPr/>
        </p:nvPicPr>
        <p:blipFill rotWithShape="1">
          <a:blip r:embed="rId3">
            <a:alphaModFix/>
          </a:blip>
          <a:srcRect b="0" l="20188" r="20188" t="0"/>
          <a:stretch/>
        </p:blipFill>
        <p:spPr>
          <a:xfrm>
            <a:off x="-9150" y="0"/>
            <a:ext cx="4594499" cy="5143502"/>
          </a:xfrm>
          <a:prstGeom prst="rect">
            <a:avLst/>
          </a:prstGeom>
          <a:noFill/>
          <a:ln>
            <a:noFill/>
          </a:ln>
        </p:spPr>
      </p:pic>
      <p:sp>
        <p:nvSpPr>
          <p:cNvPr id="102" name="Google Shape;102;p16"/>
          <p:cNvSpPr txBox="1"/>
          <p:nvPr>
            <p:ph type="title"/>
          </p:nvPr>
        </p:nvSpPr>
        <p:spPr>
          <a:xfrm>
            <a:off x="265500" y="1830600"/>
            <a:ext cx="4045200" cy="14823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Objetivos del proyecto</a:t>
            </a:r>
            <a:endParaRPr/>
          </a:p>
        </p:txBody>
      </p:sp>
      <p:sp>
        <p:nvSpPr>
          <p:cNvPr id="103" name="Google Shape;103;p16"/>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p>
            <a:pPr indent="-381000" lvl="0" marL="457200" rtl="0" algn="l">
              <a:spcBef>
                <a:spcPts val="0"/>
              </a:spcBef>
              <a:spcAft>
                <a:spcPts val="0"/>
              </a:spcAft>
              <a:buSzPts val="2400"/>
              <a:buChar char="●"/>
            </a:pPr>
            <a:r>
              <a:rPr lang="en" sz="2400"/>
              <a:t>Detección temprana de incendios rurales</a:t>
            </a:r>
            <a:endParaRPr sz="2400"/>
          </a:p>
          <a:p>
            <a:pPr indent="-381000" lvl="0" marL="457200" rtl="0" algn="l">
              <a:spcBef>
                <a:spcPts val="0"/>
              </a:spcBef>
              <a:spcAft>
                <a:spcPts val="0"/>
              </a:spcAft>
              <a:buSzPts val="2400"/>
              <a:buChar char="●"/>
            </a:pPr>
            <a:r>
              <a:rPr lang="en" sz="2400"/>
              <a:t>Optimización de recursos</a:t>
            </a:r>
            <a:endParaRPr sz="2400"/>
          </a:p>
          <a:p>
            <a:pPr indent="-381000" lvl="0" marL="457200" rtl="0" algn="l">
              <a:spcBef>
                <a:spcPts val="0"/>
              </a:spcBef>
              <a:spcAft>
                <a:spcPts val="0"/>
              </a:spcAft>
              <a:buSzPts val="2400"/>
              <a:buChar char="●"/>
            </a:pPr>
            <a:r>
              <a:rPr lang="en" sz="2400"/>
              <a:t>Mejora en la toma de decisiones y respuesta ante emergencias</a:t>
            </a:r>
            <a:endParaRPr sz="24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17"/>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p>
            <a:pPr indent="-355600" lvl="0" marL="457200" rtl="0" algn="l">
              <a:spcBef>
                <a:spcPts val="0"/>
              </a:spcBef>
              <a:spcAft>
                <a:spcPts val="0"/>
              </a:spcAft>
              <a:buSzPts val="2000"/>
              <a:buChar char="●"/>
            </a:pPr>
            <a:r>
              <a:rPr lang="en" sz="2000"/>
              <a:t>Automatizaci</a:t>
            </a:r>
            <a:r>
              <a:rPr lang="en" sz="2000"/>
              <a:t>ón del monitoreo de incendios</a:t>
            </a:r>
            <a:endParaRPr sz="2000"/>
          </a:p>
          <a:p>
            <a:pPr indent="-355600" lvl="0" marL="457200" rtl="0" algn="l">
              <a:spcBef>
                <a:spcPts val="0"/>
              </a:spcBef>
              <a:spcAft>
                <a:spcPts val="0"/>
              </a:spcAft>
              <a:buSzPts val="2000"/>
              <a:buChar char="●"/>
            </a:pPr>
            <a:r>
              <a:rPr lang="en" sz="2000"/>
              <a:t>Gesti</a:t>
            </a:r>
            <a:r>
              <a:rPr lang="en" sz="2000"/>
              <a:t>ón de Drones</a:t>
            </a:r>
            <a:endParaRPr sz="2000"/>
          </a:p>
          <a:p>
            <a:pPr indent="-355600" lvl="0" marL="457200" rtl="0" algn="l">
              <a:spcBef>
                <a:spcPts val="0"/>
              </a:spcBef>
              <a:spcAft>
                <a:spcPts val="0"/>
              </a:spcAft>
              <a:buSzPts val="2000"/>
              <a:buChar char="●"/>
            </a:pPr>
            <a:r>
              <a:rPr lang="en" sz="2000"/>
              <a:t>Gestión de planes de vuelo</a:t>
            </a:r>
            <a:endParaRPr sz="2000"/>
          </a:p>
          <a:p>
            <a:pPr indent="-355600" lvl="0" marL="457200" rtl="0" algn="l">
              <a:spcBef>
                <a:spcPts val="0"/>
              </a:spcBef>
              <a:spcAft>
                <a:spcPts val="0"/>
              </a:spcAft>
              <a:buSzPts val="2000"/>
              <a:buChar char="●"/>
            </a:pPr>
            <a:r>
              <a:rPr lang="en" sz="2000"/>
              <a:t>Reportes autom</a:t>
            </a:r>
            <a:r>
              <a:rPr lang="en" sz="2000"/>
              <a:t>áticos</a:t>
            </a:r>
            <a:endParaRPr sz="2000"/>
          </a:p>
        </p:txBody>
      </p:sp>
      <p:pic>
        <p:nvPicPr>
          <p:cNvPr descr="lawyer consulting and legal advice on a client system or preparing legal documents. (Provided by Getty Images)" id="109" name="Google Shape;109;p17"/>
          <p:cNvPicPr preferRelativeResize="0"/>
          <p:nvPr/>
        </p:nvPicPr>
        <p:blipFill>
          <a:blip r:embed="rId3">
            <a:alphaModFix/>
          </a:blip>
          <a:stretch>
            <a:fillRect/>
          </a:stretch>
        </p:blipFill>
        <p:spPr>
          <a:xfrm>
            <a:off x="-2" y="0"/>
            <a:ext cx="4572001" cy="5143501"/>
          </a:xfrm>
          <a:prstGeom prst="rect">
            <a:avLst/>
          </a:prstGeom>
          <a:noFill/>
          <a:ln>
            <a:noFill/>
          </a:ln>
        </p:spPr>
      </p:pic>
      <p:sp>
        <p:nvSpPr>
          <p:cNvPr id="110" name="Google Shape;110;p17"/>
          <p:cNvSpPr txBox="1"/>
          <p:nvPr>
            <p:ph type="title"/>
          </p:nvPr>
        </p:nvSpPr>
        <p:spPr>
          <a:xfrm>
            <a:off x="265500" y="1830600"/>
            <a:ext cx="4045200" cy="14823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Necesidades</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p18"/>
          <p:cNvSpPr txBox="1"/>
          <p:nvPr>
            <p:ph type="ctrTitle"/>
          </p:nvPr>
        </p:nvSpPr>
        <p:spPr>
          <a:xfrm>
            <a:off x="390525" y="251900"/>
            <a:ext cx="8222100" cy="732000"/>
          </a:xfrm>
          <a:prstGeom prst="rect">
            <a:avLst/>
          </a:prstGeom>
        </p:spPr>
        <p:txBody>
          <a:bodyPr anchorCtr="0" anchor="b" bIns="91425" lIns="91425" spcFirstLastPara="1" rIns="91425" wrap="square" tIns="91425">
            <a:normAutofit fontScale="90000"/>
          </a:bodyPr>
          <a:lstStyle/>
          <a:p>
            <a:pPr indent="0" lvl="0" marL="0" rtl="0" algn="ctr">
              <a:spcBef>
                <a:spcPts val="0"/>
              </a:spcBef>
              <a:spcAft>
                <a:spcPts val="0"/>
              </a:spcAft>
              <a:buNone/>
            </a:pPr>
            <a:r>
              <a:rPr lang="en"/>
              <a:t>Requerimientos Funcionales</a:t>
            </a:r>
            <a:endParaRPr/>
          </a:p>
        </p:txBody>
      </p:sp>
      <p:pic>
        <p:nvPicPr>
          <p:cNvPr id="116" name="Google Shape;116;p18"/>
          <p:cNvPicPr preferRelativeResize="0"/>
          <p:nvPr/>
        </p:nvPicPr>
        <p:blipFill>
          <a:blip r:embed="rId3">
            <a:alphaModFix/>
          </a:blip>
          <a:stretch>
            <a:fillRect/>
          </a:stretch>
        </p:blipFill>
        <p:spPr>
          <a:xfrm>
            <a:off x="390525" y="1246600"/>
            <a:ext cx="4373950" cy="2211950"/>
          </a:xfrm>
          <a:prstGeom prst="rect">
            <a:avLst/>
          </a:prstGeom>
          <a:noFill/>
          <a:ln>
            <a:noFill/>
          </a:ln>
        </p:spPr>
      </p:pic>
      <p:pic>
        <p:nvPicPr>
          <p:cNvPr id="117" name="Google Shape;117;p18"/>
          <p:cNvPicPr preferRelativeResize="0"/>
          <p:nvPr/>
        </p:nvPicPr>
        <p:blipFill>
          <a:blip r:embed="rId4">
            <a:alphaModFix/>
          </a:blip>
          <a:stretch>
            <a:fillRect/>
          </a:stretch>
        </p:blipFill>
        <p:spPr>
          <a:xfrm>
            <a:off x="5264900" y="1246600"/>
            <a:ext cx="3347729" cy="1325150"/>
          </a:xfrm>
          <a:prstGeom prst="rect">
            <a:avLst/>
          </a:prstGeom>
          <a:noFill/>
          <a:ln>
            <a:noFill/>
          </a:ln>
        </p:spPr>
      </p:pic>
      <p:pic>
        <p:nvPicPr>
          <p:cNvPr id="118" name="Google Shape;118;p18"/>
          <p:cNvPicPr preferRelativeResize="0"/>
          <p:nvPr/>
        </p:nvPicPr>
        <p:blipFill>
          <a:blip r:embed="rId5">
            <a:alphaModFix/>
          </a:blip>
          <a:stretch>
            <a:fillRect/>
          </a:stretch>
        </p:blipFill>
        <p:spPr>
          <a:xfrm>
            <a:off x="5264900" y="2606225"/>
            <a:ext cx="3347726" cy="1614859"/>
          </a:xfrm>
          <a:prstGeom prst="rect">
            <a:avLst/>
          </a:prstGeom>
          <a:noFill/>
          <a:ln>
            <a:noFill/>
          </a:ln>
        </p:spPr>
      </p:pic>
      <p:pic>
        <p:nvPicPr>
          <p:cNvPr id="119" name="Google Shape;119;p18"/>
          <p:cNvPicPr preferRelativeResize="0"/>
          <p:nvPr/>
        </p:nvPicPr>
        <p:blipFill>
          <a:blip r:embed="rId6">
            <a:alphaModFix/>
          </a:blip>
          <a:stretch>
            <a:fillRect/>
          </a:stretch>
        </p:blipFill>
        <p:spPr>
          <a:xfrm>
            <a:off x="3172416" y="1527150"/>
            <a:ext cx="2658325" cy="3428051"/>
          </a:xfrm>
          <a:prstGeom prst="rect">
            <a:avLst/>
          </a:prstGeom>
          <a:noFill/>
          <a:ln>
            <a:noFill/>
          </a:ln>
        </p:spPr>
      </p:pic>
      <p:sp>
        <p:nvSpPr>
          <p:cNvPr id="120" name="Google Shape;120;p18"/>
          <p:cNvSpPr txBox="1"/>
          <p:nvPr/>
        </p:nvSpPr>
        <p:spPr>
          <a:xfrm>
            <a:off x="390525" y="3652550"/>
            <a:ext cx="4095600" cy="923400"/>
          </a:xfrm>
          <a:prstGeom prst="rect">
            <a:avLst/>
          </a:prstGeom>
          <a:noFill/>
          <a:ln>
            <a:noFill/>
          </a:ln>
        </p:spPr>
        <p:txBody>
          <a:bodyPr anchorCtr="0" anchor="t" bIns="91425" lIns="91425" spcFirstLastPara="1" rIns="91425" wrap="square" tIns="91425">
            <a:spAutoFit/>
          </a:bodyPr>
          <a:lstStyle/>
          <a:p>
            <a:pPr indent="-330200" lvl="0" marL="457200" rtl="0" algn="l">
              <a:spcBef>
                <a:spcPts val="0"/>
              </a:spcBef>
              <a:spcAft>
                <a:spcPts val="0"/>
              </a:spcAft>
              <a:buClr>
                <a:srgbClr val="D9D9D9"/>
              </a:buClr>
              <a:buSzPts val="1600"/>
              <a:buChar char="●"/>
            </a:pPr>
            <a:r>
              <a:rPr lang="en" sz="1600">
                <a:solidFill>
                  <a:srgbClr val="D9D9D9"/>
                </a:solidFill>
              </a:rPr>
              <a:t>Registro de Usuarios</a:t>
            </a:r>
            <a:endParaRPr sz="1600">
              <a:solidFill>
                <a:srgbClr val="D9D9D9"/>
              </a:solidFill>
            </a:endParaRPr>
          </a:p>
          <a:p>
            <a:pPr indent="-330200" lvl="0" marL="457200" rtl="0" algn="l">
              <a:spcBef>
                <a:spcPts val="0"/>
              </a:spcBef>
              <a:spcAft>
                <a:spcPts val="0"/>
              </a:spcAft>
              <a:buClr>
                <a:srgbClr val="D9D9D9"/>
              </a:buClr>
              <a:buSzPts val="1600"/>
              <a:buChar char="●"/>
            </a:pPr>
            <a:r>
              <a:rPr lang="en" sz="1600">
                <a:solidFill>
                  <a:srgbClr val="D9D9D9"/>
                </a:solidFill>
              </a:rPr>
              <a:t>Alta de Drones</a:t>
            </a:r>
            <a:endParaRPr sz="1600">
              <a:solidFill>
                <a:srgbClr val="D9D9D9"/>
              </a:solidFill>
            </a:endParaRPr>
          </a:p>
          <a:p>
            <a:pPr indent="-330200" lvl="0" marL="457200" rtl="0" algn="l">
              <a:spcBef>
                <a:spcPts val="0"/>
              </a:spcBef>
              <a:spcAft>
                <a:spcPts val="0"/>
              </a:spcAft>
              <a:buClr>
                <a:srgbClr val="D9D9D9"/>
              </a:buClr>
              <a:buSzPts val="1600"/>
              <a:buChar char="●"/>
            </a:pPr>
            <a:r>
              <a:rPr lang="en" sz="1600">
                <a:solidFill>
                  <a:srgbClr val="D9D9D9"/>
                </a:solidFill>
              </a:rPr>
              <a:t>Asignaci</a:t>
            </a:r>
            <a:r>
              <a:rPr lang="en" sz="1600">
                <a:solidFill>
                  <a:srgbClr val="D9D9D9"/>
                </a:solidFill>
              </a:rPr>
              <a:t>ón de Drones</a:t>
            </a:r>
            <a:endParaRPr sz="1600">
              <a:solidFill>
                <a:srgbClr val="D9D9D9"/>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p19"/>
          <p:cNvSpPr txBox="1"/>
          <p:nvPr>
            <p:ph type="ctrTitle"/>
          </p:nvPr>
        </p:nvSpPr>
        <p:spPr>
          <a:xfrm>
            <a:off x="390525" y="251900"/>
            <a:ext cx="8222100" cy="7320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SzPts val="990"/>
              <a:buNone/>
            </a:pPr>
            <a:r>
              <a:rPr lang="en" sz="4380"/>
              <a:t>Requerimientos No Funcionales</a:t>
            </a:r>
            <a:endParaRPr sz="4380"/>
          </a:p>
        </p:txBody>
      </p:sp>
      <p:sp>
        <p:nvSpPr>
          <p:cNvPr id="126" name="Google Shape;126;p19"/>
          <p:cNvSpPr txBox="1"/>
          <p:nvPr/>
        </p:nvSpPr>
        <p:spPr>
          <a:xfrm>
            <a:off x="390525" y="1892271"/>
            <a:ext cx="8222100" cy="1662300"/>
          </a:xfrm>
          <a:prstGeom prst="rect">
            <a:avLst/>
          </a:prstGeom>
          <a:noFill/>
          <a:ln>
            <a:noFill/>
          </a:ln>
        </p:spPr>
        <p:txBody>
          <a:bodyPr anchorCtr="0" anchor="t" bIns="91425" lIns="91425" spcFirstLastPara="1" rIns="91425" wrap="square" tIns="91425">
            <a:spAutoFit/>
          </a:bodyPr>
          <a:lstStyle/>
          <a:p>
            <a:pPr indent="-330200" lvl="0" marL="457200" rtl="0" algn="l">
              <a:spcBef>
                <a:spcPts val="0"/>
              </a:spcBef>
              <a:spcAft>
                <a:spcPts val="0"/>
              </a:spcAft>
              <a:buClr>
                <a:srgbClr val="EFEFEF"/>
              </a:buClr>
              <a:buSzPts val="1600"/>
              <a:buChar char="●"/>
            </a:pPr>
            <a:r>
              <a:rPr lang="en" sz="1600">
                <a:solidFill>
                  <a:srgbClr val="EFEFEF"/>
                </a:solidFill>
              </a:rPr>
              <a:t>Rendimiento y tiempo de respuesta: No m</a:t>
            </a:r>
            <a:r>
              <a:rPr lang="en" sz="1600">
                <a:solidFill>
                  <a:srgbClr val="EFEFEF"/>
                </a:solidFill>
              </a:rPr>
              <a:t>ás de </a:t>
            </a:r>
            <a:r>
              <a:rPr lang="en" sz="1600">
                <a:solidFill>
                  <a:srgbClr val="EFEFEF"/>
                </a:solidFill>
              </a:rPr>
              <a:t>2 segundos de delay para mostrar info de los sensores de los drones.</a:t>
            </a:r>
            <a:endParaRPr sz="1600">
              <a:solidFill>
                <a:srgbClr val="EFEFEF"/>
              </a:solidFill>
            </a:endParaRPr>
          </a:p>
          <a:p>
            <a:pPr indent="-330200" lvl="0" marL="457200" rtl="0" algn="l">
              <a:spcBef>
                <a:spcPts val="0"/>
              </a:spcBef>
              <a:spcAft>
                <a:spcPts val="0"/>
              </a:spcAft>
              <a:buClr>
                <a:srgbClr val="EFEFEF"/>
              </a:buClr>
              <a:buSzPts val="1600"/>
              <a:buChar char="●"/>
            </a:pPr>
            <a:r>
              <a:rPr lang="en" sz="1600">
                <a:solidFill>
                  <a:srgbClr val="EFEFEF"/>
                </a:solidFill>
              </a:rPr>
              <a:t>Disponibilidad y tolerancia a fallos: Deber</a:t>
            </a:r>
            <a:r>
              <a:rPr lang="en" sz="1600">
                <a:solidFill>
                  <a:srgbClr val="EFEFEF"/>
                </a:solidFill>
              </a:rPr>
              <a:t>á tener disponibilidad plena y recuperarse rápidamente de manera automática.</a:t>
            </a:r>
            <a:endParaRPr sz="1600">
              <a:solidFill>
                <a:srgbClr val="EFEFEF"/>
              </a:solidFill>
            </a:endParaRPr>
          </a:p>
          <a:p>
            <a:pPr indent="-330200" lvl="0" marL="457200" rtl="0" algn="l">
              <a:spcBef>
                <a:spcPts val="0"/>
              </a:spcBef>
              <a:spcAft>
                <a:spcPts val="0"/>
              </a:spcAft>
              <a:buClr>
                <a:srgbClr val="EFEFEF"/>
              </a:buClr>
              <a:buSzPts val="1600"/>
              <a:buChar char="●"/>
            </a:pPr>
            <a:r>
              <a:rPr lang="en" sz="1600">
                <a:solidFill>
                  <a:srgbClr val="EFEFEF"/>
                </a:solidFill>
              </a:rPr>
              <a:t>Usabilidad y accesibilidad: Interfaz intuitiva y f</a:t>
            </a:r>
            <a:r>
              <a:rPr lang="en" sz="1600">
                <a:solidFill>
                  <a:srgbClr val="EFEFEF"/>
                </a:solidFill>
              </a:rPr>
              <a:t>ácil de usar. Pocos clicks para acciones importantes.</a:t>
            </a:r>
            <a:endParaRPr sz="1600">
              <a:solidFill>
                <a:srgbClr val="EFEFEF"/>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20"/>
          <p:cNvSpPr/>
          <p:nvPr/>
        </p:nvSpPr>
        <p:spPr>
          <a:xfrm>
            <a:off x="0" y="0"/>
            <a:ext cx="9161100" cy="15498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20"/>
          <p:cNvSpPr txBox="1"/>
          <p:nvPr>
            <p:ph idx="4294967295" type="title"/>
          </p:nvPr>
        </p:nvSpPr>
        <p:spPr>
          <a:xfrm>
            <a:off x="311700" y="220100"/>
            <a:ext cx="8520600" cy="5064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400"/>
              </a:spcAft>
              <a:buNone/>
            </a:pPr>
            <a:r>
              <a:rPr lang="en">
                <a:solidFill>
                  <a:schemeClr val="lt1"/>
                </a:solidFill>
              </a:rPr>
              <a:t>Interesados</a:t>
            </a:r>
            <a:endParaRPr i="1" sz="1600">
              <a:solidFill>
                <a:schemeClr val="lt1"/>
              </a:solidFill>
            </a:endParaRPr>
          </a:p>
        </p:txBody>
      </p:sp>
      <p:pic>
        <p:nvPicPr>
          <p:cNvPr descr="Mature smiling business manager crossing his arms in front of his business team (Provided by Getty Images)" id="133" name="Google Shape;133;p20"/>
          <p:cNvPicPr preferRelativeResize="0"/>
          <p:nvPr/>
        </p:nvPicPr>
        <p:blipFill rotWithShape="1">
          <a:blip r:embed="rId3">
            <a:alphaModFix/>
          </a:blip>
          <a:srcRect b="0" l="15329" r="15336" t="0"/>
          <a:stretch/>
        </p:blipFill>
        <p:spPr>
          <a:xfrm>
            <a:off x="3917477" y="812600"/>
            <a:ext cx="1328100" cy="1328100"/>
          </a:xfrm>
          <a:prstGeom prst="ellipse">
            <a:avLst/>
          </a:prstGeom>
          <a:noFill/>
          <a:ln>
            <a:noFill/>
          </a:ln>
        </p:spPr>
      </p:pic>
      <p:sp>
        <p:nvSpPr>
          <p:cNvPr id="134" name="Google Shape;134;p20"/>
          <p:cNvSpPr txBox="1"/>
          <p:nvPr>
            <p:ph idx="4294967295" type="title"/>
          </p:nvPr>
        </p:nvSpPr>
        <p:spPr>
          <a:xfrm>
            <a:off x="181551" y="2173551"/>
            <a:ext cx="1633800" cy="467400"/>
          </a:xfrm>
          <a:prstGeom prst="rect">
            <a:avLst/>
          </a:prstGeom>
        </p:spPr>
        <p:txBody>
          <a:bodyPr anchorCtr="0" anchor="b" bIns="73850" lIns="73850" spcFirstLastPara="1" rIns="73850" wrap="square" tIns="73850">
            <a:normAutofit fontScale="90000"/>
          </a:bodyPr>
          <a:lstStyle/>
          <a:p>
            <a:pPr indent="0" lvl="0" marL="0" rtl="0" algn="ctr">
              <a:spcBef>
                <a:spcPts val="0"/>
              </a:spcBef>
              <a:spcAft>
                <a:spcPts val="0"/>
              </a:spcAft>
              <a:buNone/>
            </a:pPr>
            <a:r>
              <a:rPr lang="en" sz="1454"/>
              <a:t>Productor Agrícola</a:t>
            </a:r>
            <a:endParaRPr sz="1454">
              <a:solidFill>
                <a:schemeClr val="dk1"/>
              </a:solidFill>
            </a:endParaRPr>
          </a:p>
        </p:txBody>
      </p:sp>
      <p:sp>
        <p:nvSpPr>
          <p:cNvPr id="135" name="Google Shape;135;p20"/>
          <p:cNvSpPr txBox="1"/>
          <p:nvPr>
            <p:ph idx="4294967295" type="body"/>
          </p:nvPr>
        </p:nvSpPr>
        <p:spPr>
          <a:xfrm>
            <a:off x="181551" y="2597331"/>
            <a:ext cx="1633800" cy="932100"/>
          </a:xfrm>
          <a:prstGeom prst="rect">
            <a:avLst/>
          </a:prstGeom>
        </p:spPr>
        <p:txBody>
          <a:bodyPr anchorCtr="0" anchor="t" bIns="73850" lIns="73850" spcFirstLastPara="1" rIns="73850" wrap="square" tIns="73850">
            <a:normAutofit/>
          </a:bodyPr>
          <a:lstStyle/>
          <a:p>
            <a:pPr indent="0" lvl="0" marL="0" rtl="0" algn="ctr">
              <a:spcBef>
                <a:spcPts val="0"/>
              </a:spcBef>
              <a:spcAft>
                <a:spcPts val="0"/>
              </a:spcAft>
              <a:buNone/>
            </a:pPr>
            <a:r>
              <a:rPr lang="en" sz="969">
                <a:solidFill>
                  <a:srgbClr val="D9D9D9"/>
                </a:solidFill>
              </a:rPr>
              <a:t>Principal Interesado.</a:t>
            </a:r>
            <a:endParaRPr sz="969">
              <a:solidFill>
                <a:srgbClr val="D9D9D9"/>
              </a:solidFill>
            </a:endParaRPr>
          </a:p>
          <a:p>
            <a:pPr indent="0" lvl="0" marL="0" rtl="0" algn="ctr">
              <a:spcBef>
                <a:spcPts val="969"/>
              </a:spcBef>
              <a:spcAft>
                <a:spcPts val="0"/>
              </a:spcAft>
              <a:buNone/>
            </a:pPr>
            <a:r>
              <a:rPr lang="en" sz="969">
                <a:solidFill>
                  <a:srgbClr val="D9D9D9"/>
                </a:solidFill>
              </a:rPr>
              <a:t>Alta Relevancia.</a:t>
            </a:r>
            <a:endParaRPr sz="969">
              <a:solidFill>
                <a:srgbClr val="D9D9D9"/>
              </a:solidFill>
            </a:endParaRPr>
          </a:p>
          <a:p>
            <a:pPr indent="0" lvl="0" marL="0" rtl="0" algn="ctr">
              <a:spcBef>
                <a:spcPts val="969"/>
              </a:spcBef>
              <a:spcAft>
                <a:spcPts val="969"/>
              </a:spcAft>
              <a:buNone/>
            </a:pPr>
            <a:r>
              <a:rPr lang="en" sz="969">
                <a:solidFill>
                  <a:srgbClr val="D9D9D9"/>
                </a:solidFill>
              </a:rPr>
              <a:t>Alta Participación</a:t>
            </a:r>
            <a:endParaRPr sz="969">
              <a:solidFill>
                <a:srgbClr val="D9D9D9"/>
              </a:solidFill>
            </a:endParaRPr>
          </a:p>
        </p:txBody>
      </p:sp>
      <p:sp>
        <p:nvSpPr>
          <p:cNvPr id="136" name="Google Shape;136;p20"/>
          <p:cNvSpPr txBox="1"/>
          <p:nvPr>
            <p:ph idx="4294967295" type="title"/>
          </p:nvPr>
        </p:nvSpPr>
        <p:spPr>
          <a:xfrm>
            <a:off x="1973171" y="2173551"/>
            <a:ext cx="1633800" cy="467400"/>
          </a:xfrm>
          <a:prstGeom prst="rect">
            <a:avLst/>
          </a:prstGeom>
        </p:spPr>
        <p:txBody>
          <a:bodyPr anchorCtr="0" anchor="b" bIns="73850" lIns="73850" spcFirstLastPara="1" rIns="73850" wrap="square" tIns="73850">
            <a:normAutofit fontScale="90000"/>
          </a:bodyPr>
          <a:lstStyle/>
          <a:p>
            <a:pPr indent="0" lvl="0" marL="0" rtl="0" algn="ctr">
              <a:spcBef>
                <a:spcPts val="0"/>
              </a:spcBef>
              <a:spcAft>
                <a:spcPts val="0"/>
              </a:spcAft>
              <a:buNone/>
            </a:pPr>
            <a:r>
              <a:rPr lang="en" sz="1454"/>
              <a:t>Operador de Dron</a:t>
            </a:r>
            <a:endParaRPr sz="1454">
              <a:solidFill>
                <a:schemeClr val="dk1"/>
              </a:solidFill>
            </a:endParaRPr>
          </a:p>
        </p:txBody>
      </p:sp>
      <p:sp>
        <p:nvSpPr>
          <p:cNvPr id="137" name="Google Shape;137;p20"/>
          <p:cNvSpPr txBox="1"/>
          <p:nvPr>
            <p:ph idx="4294967295" type="title"/>
          </p:nvPr>
        </p:nvSpPr>
        <p:spPr>
          <a:xfrm>
            <a:off x="3764806" y="2173551"/>
            <a:ext cx="1633800" cy="467400"/>
          </a:xfrm>
          <a:prstGeom prst="rect">
            <a:avLst/>
          </a:prstGeom>
        </p:spPr>
        <p:txBody>
          <a:bodyPr anchorCtr="0" anchor="b" bIns="73850" lIns="73850" spcFirstLastPara="1" rIns="73850" wrap="square" tIns="73850">
            <a:normAutofit/>
          </a:bodyPr>
          <a:lstStyle/>
          <a:p>
            <a:pPr indent="0" lvl="0" marL="0" rtl="0" algn="ctr">
              <a:spcBef>
                <a:spcPts val="0"/>
              </a:spcBef>
              <a:spcAft>
                <a:spcPts val="0"/>
              </a:spcAft>
              <a:buNone/>
            </a:pPr>
            <a:r>
              <a:rPr lang="en" sz="1454"/>
              <a:t>Admin/Gerente</a:t>
            </a:r>
            <a:endParaRPr sz="1454">
              <a:solidFill>
                <a:schemeClr val="dk1"/>
              </a:solidFill>
            </a:endParaRPr>
          </a:p>
        </p:txBody>
      </p:sp>
      <p:sp>
        <p:nvSpPr>
          <p:cNvPr id="138" name="Google Shape;138;p20"/>
          <p:cNvSpPr txBox="1"/>
          <p:nvPr>
            <p:ph idx="4294967295" type="body"/>
          </p:nvPr>
        </p:nvSpPr>
        <p:spPr>
          <a:xfrm>
            <a:off x="1973171" y="2597331"/>
            <a:ext cx="1633800" cy="932100"/>
          </a:xfrm>
          <a:prstGeom prst="rect">
            <a:avLst/>
          </a:prstGeom>
        </p:spPr>
        <p:txBody>
          <a:bodyPr anchorCtr="0" anchor="t" bIns="73850" lIns="73850" spcFirstLastPara="1" rIns="73850" wrap="square" tIns="73850">
            <a:normAutofit/>
          </a:bodyPr>
          <a:lstStyle/>
          <a:p>
            <a:pPr indent="0" lvl="0" marL="0" rtl="0" algn="ctr">
              <a:spcBef>
                <a:spcPts val="0"/>
              </a:spcBef>
              <a:spcAft>
                <a:spcPts val="0"/>
              </a:spcAft>
              <a:buNone/>
            </a:pPr>
            <a:r>
              <a:rPr lang="en" sz="969">
                <a:solidFill>
                  <a:srgbClr val="D9D9D9"/>
                </a:solidFill>
              </a:rPr>
              <a:t>Usuario Clave.</a:t>
            </a:r>
            <a:endParaRPr sz="969">
              <a:solidFill>
                <a:srgbClr val="D9D9D9"/>
              </a:solidFill>
            </a:endParaRPr>
          </a:p>
          <a:p>
            <a:pPr indent="0" lvl="0" marL="0" rtl="0" algn="ctr">
              <a:spcBef>
                <a:spcPts val="969"/>
              </a:spcBef>
              <a:spcAft>
                <a:spcPts val="0"/>
              </a:spcAft>
              <a:buNone/>
            </a:pPr>
            <a:r>
              <a:rPr lang="en" sz="969">
                <a:solidFill>
                  <a:srgbClr val="D9D9D9"/>
                </a:solidFill>
              </a:rPr>
              <a:t>Alta Relevancia.</a:t>
            </a:r>
            <a:endParaRPr sz="969">
              <a:solidFill>
                <a:srgbClr val="D9D9D9"/>
              </a:solidFill>
            </a:endParaRPr>
          </a:p>
          <a:p>
            <a:pPr indent="0" lvl="0" marL="0" rtl="0" algn="ctr">
              <a:spcBef>
                <a:spcPts val="969"/>
              </a:spcBef>
              <a:spcAft>
                <a:spcPts val="969"/>
              </a:spcAft>
              <a:buNone/>
            </a:pPr>
            <a:r>
              <a:rPr lang="en" sz="969">
                <a:solidFill>
                  <a:srgbClr val="D9D9D9"/>
                </a:solidFill>
              </a:rPr>
              <a:t>Media Participación.</a:t>
            </a:r>
            <a:endParaRPr sz="969">
              <a:solidFill>
                <a:srgbClr val="D9D9D9"/>
              </a:solidFill>
            </a:endParaRPr>
          </a:p>
        </p:txBody>
      </p:sp>
      <p:sp>
        <p:nvSpPr>
          <p:cNvPr id="139" name="Google Shape;139;p20"/>
          <p:cNvSpPr txBox="1"/>
          <p:nvPr>
            <p:ph idx="4294967295" type="body"/>
          </p:nvPr>
        </p:nvSpPr>
        <p:spPr>
          <a:xfrm>
            <a:off x="3764806" y="2597331"/>
            <a:ext cx="1633800" cy="932100"/>
          </a:xfrm>
          <a:prstGeom prst="rect">
            <a:avLst/>
          </a:prstGeom>
        </p:spPr>
        <p:txBody>
          <a:bodyPr anchorCtr="0" anchor="t" bIns="73850" lIns="73850" spcFirstLastPara="1" rIns="73850" wrap="square" tIns="73850">
            <a:normAutofit/>
          </a:bodyPr>
          <a:lstStyle/>
          <a:p>
            <a:pPr indent="0" lvl="0" marL="0" rtl="0" algn="ctr">
              <a:spcBef>
                <a:spcPts val="0"/>
              </a:spcBef>
              <a:spcAft>
                <a:spcPts val="0"/>
              </a:spcAft>
              <a:buNone/>
            </a:pPr>
            <a:r>
              <a:rPr lang="en" sz="969">
                <a:solidFill>
                  <a:srgbClr val="D9D9D9"/>
                </a:solidFill>
              </a:rPr>
              <a:t>Usuario Clave.</a:t>
            </a:r>
            <a:endParaRPr sz="969">
              <a:solidFill>
                <a:srgbClr val="D9D9D9"/>
              </a:solidFill>
            </a:endParaRPr>
          </a:p>
          <a:p>
            <a:pPr indent="0" lvl="0" marL="0" rtl="0" algn="ctr">
              <a:spcBef>
                <a:spcPts val="969"/>
              </a:spcBef>
              <a:spcAft>
                <a:spcPts val="0"/>
              </a:spcAft>
              <a:buNone/>
            </a:pPr>
            <a:r>
              <a:rPr lang="en" sz="969">
                <a:solidFill>
                  <a:srgbClr val="D9D9D9"/>
                </a:solidFill>
              </a:rPr>
              <a:t>Alta Relevancia.</a:t>
            </a:r>
            <a:endParaRPr sz="969">
              <a:solidFill>
                <a:srgbClr val="D9D9D9"/>
              </a:solidFill>
            </a:endParaRPr>
          </a:p>
          <a:p>
            <a:pPr indent="0" lvl="0" marL="0" rtl="0" algn="ctr">
              <a:spcBef>
                <a:spcPts val="969"/>
              </a:spcBef>
              <a:spcAft>
                <a:spcPts val="969"/>
              </a:spcAft>
              <a:buNone/>
            </a:pPr>
            <a:r>
              <a:rPr lang="en" sz="969">
                <a:solidFill>
                  <a:srgbClr val="D9D9D9"/>
                </a:solidFill>
              </a:rPr>
              <a:t>Alta Participación.</a:t>
            </a:r>
            <a:endParaRPr sz="969">
              <a:solidFill>
                <a:srgbClr val="D9D9D9"/>
              </a:solidFill>
            </a:endParaRPr>
          </a:p>
        </p:txBody>
      </p:sp>
      <p:pic>
        <p:nvPicPr>
          <p:cNvPr id="140" name="Google Shape;140;p20"/>
          <p:cNvPicPr preferRelativeResize="0"/>
          <p:nvPr/>
        </p:nvPicPr>
        <p:blipFill rotWithShape="1">
          <a:blip r:embed="rId4">
            <a:alphaModFix/>
          </a:blip>
          <a:srcRect b="0" l="9793" r="9801" t="0"/>
          <a:stretch/>
        </p:blipFill>
        <p:spPr>
          <a:xfrm>
            <a:off x="5709111" y="812610"/>
            <a:ext cx="1328100" cy="1328100"/>
          </a:xfrm>
          <a:prstGeom prst="ellipse">
            <a:avLst/>
          </a:prstGeom>
          <a:noFill/>
          <a:ln>
            <a:noFill/>
          </a:ln>
        </p:spPr>
      </p:pic>
      <p:sp>
        <p:nvSpPr>
          <p:cNvPr id="141" name="Google Shape;141;p20"/>
          <p:cNvSpPr txBox="1"/>
          <p:nvPr>
            <p:ph idx="4294967295" type="title"/>
          </p:nvPr>
        </p:nvSpPr>
        <p:spPr>
          <a:xfrm>
            <a:off x="5556440" y="2173551"/>
            <a:ext cx="1633800" cy="467400"/>
          </a:xfrm>
          <a:prstGeom prst="rect">
            <a:avLst/>
          </a:prstGeom>
        </p:spPr>
        <p:txBody>
          <a:bodyPr anchorCtr="0" anchor="b" bIns="73850" lIns="73850" spcFirstLastPara="1" rIns="73850" wrap="square" tIns="73850">
            <a:normAutofit/>
          </a:bodyPr>
          <a:lstStyle/>
          <a:p>
            <a:pPr indent="0" lvl="0" marL="0" rtl="0" algn="ctr">
              <a:spcBef>
                <a:spcPts val="0"/>
              </a:spcBef>
              <a:spcAft>
                <a:spcPts val="0"/>
              </a:spcAft>
              <a:buNone/>
            </a:pPr>
            <a:r>
              <a:rPr lang="en" sz="1454"/>
              <a:t>DINACIA</a:t>
            </a:r>
            <a:endParaRPr sz="1454">
              <a:solidFill>
                <a:schemeClr val="dk1"/>
              </a:solidFill>
            </a:endParaRPr>
          </a:p>
        </p:txBody>
      </p:sp>
      <p:sp>
        <p:nvSpPr>
          <p:cNvPr id="142" name="Google Shape;142;p20"/>
          <p:cNvSpPr txBox="1"/>
          <p:nvPr>
            <p:ph idx="4294967295" type="body"/>
          </p:nvPr>
        </p:nvSpPr>
        <p:spPr>
          <a:xfrm>
            <a:off x="5556440" y="2597331"/>
            <a:ext cx="1633800" cy="932100"/>
          </a:xfrm>
          <a:prstGeom prst="rect">
            <a:avLst/>
          </a:prstGeom>
        </p:spPr>
        <p:txBody>
          <a:bodyPr anchorCtr="0" anchor="t" bIns="73850" lIns="73850" spcFirstLastPara="1" rIns="73850" wrap="square" tIns="73850">
            <a:normAutofit/>
          </a:bodyPr>
          <a:lstStyle/>
          <a:p>
            <a:pPr indent="0" lvl="0" marL="0" rtl="0" algn="ctr">
              <a:spcBef>
                <a:spcPts val="0"/>
              </a:spcBef>
              <a:spcAft>
                <a:spcPts val="0"/>
              </a:spcAft>
              <a:buNone/>
            </a:pPr>
            <a:r>
              <a:rPr lang="en" sz="969">
                <a:solidFill>
                  <a:srgbClr val="D9D9D9"/>
                </a:solidFill>
              </a:rPr>
              <a:t>Stakeholder externo.</a:t>
            </a:r>
            <a:endParaRPr sz="969">
              <a:solidFill>
                <a:srgbClr val="D9D9D9"/>
              </a:solidFill>
            </a:endParaRPr>
          </a:p>
          <a:p>
            <a:pPr indent="0" lvl="0" marL="0" rtl="0" algn="ctr">
              <a:spcBef>
                <a:spcPts val="969"/>
              </a:spcBef>
              <a:spcAft>
                <a:spcPts val="0"/>
              </a:spcAft>
              <a:buNone/>
            </a:pPr>
            <a:r>
              <a:rPr lang="en" sz="969">
                <a:solidFill>
                  <a:srgbClr val="D9D9D9"/>
                </a:solidFill>
              </a:rPr>
              <a:t>Alta Relevancia.</a:t>
            </a:r>
            <a:endParaRPr sz="969">
              <a:solidFill>
                <a:srgbClr val="D9D9D9"/>
              </a:solidFill>
            </a:endParaRPr>
          </a:p>
          <a:p>
            <a:pPr indent="0" lvl="0" marL="0" rtl="0" algn="ctr">
              <a:spcBef>
                <a:spcPts val="969"/>
              </a:spcBef>
              <a:spcAft>
                <a:spcPts val="969"/>
              </a:spcAft>
              <a:buNone/>
            </a:pPr>
            <a:r>
              <a:rPr lang="en" sz="969">
                <a:solidFill>
                  <a:srgbClr val="D9D9D9"/>
                </a:solidFill>
              </a:rPr>
              <a:t>Baja Participación.</a:t>
            </a:r>
            <a:endParaRPr sz="969">
              <a:solidFill>
                <a:srgbClr val="D9D9D9"/>
              </a:solidFill>
            </a:endParaRPr>
          </a:p>
        </p:txBody>
      </p:sp>
      <p:pic>
        <p:nvPicPr>
          <p:cNvPr descr="Farmer in field (Provided by Getty Images)" id="143" name="Google Shape;143;p20"/>
          <p:cNvPicPr preferRelativeResize="0"/>
          <p:nvPr/>
        </p:nvPicPr>
        <p:blipFill rotWithShape="1">
          <a:blip r:embed="rId5">
            <a:alphaModFix/>
          </a:blip>
          <a:srcRect b="0" l="16675" r="16675" t="0"/>
          <a:stretch/>
        </p:blipFill>
        <p:spPr>
          <a:xfrm>
            <a:off x="334222" y="812610"/>
            <a:ext cx="1328100" cy="1328100"/>
          </a:xfrm>
          <a:prstGeom prst="ellipse">
            <a:avLst/>
          </a:prstGeom>
          <a:noFill/>
          <a:ln>
            <a:noFill/>
          </a:ln>
        </p:spPr>
      </p:pic>
      <p:pic>
        <p:nvPicPr>
          <p:cNvPr descr="Male engineer controlling drone spraying fertilizer and pesticide over farmland,High technology innovations and smart farming (Provided by Getty Images)" id="144" name="Google Shape;144;p20"/>
          <p:cNvPicPr preferRelativeResize="0"/>
          <p:nvPr/>
        </p:nvPicPr>
        <p:blipFill rotWithShape="1">
          <a:blip r:embed="rId6">
            <a:alphaModFix/>
          </a:blip>
          <a:srcRect b="0" l="16626" r="16626" t="0"/>
          <a:stretch/>
        </p:blipFill>
        <p:spPr>
          <a:xfrm>
            <a:off x="2125848" y="812610"/>
            <a:ext cx="1328100" cy="1328100"/>
          </a:xfrm>
          <a:prstGeom prst="ellipse">
            <a:avLst/>
          </a:prstGeom>
          <a:noFill/>
          <a:ln>
            <a:noFill/>
          </a:ln>
        </p:spPr>
      </p:pic>
      <p:pic>
        <p:nvPicPr>
          <p:cNvPr descr="Programer Team working development software with UX UI project in computer and paper project. (Provided by Getty Images)" id="145" name="Google Shape;145;p20"/>
          <p:cNvPicPr preferRelativeResize="0"/>
          <p:nvPr/>
        </p:nvPicPr>
        <p:blipFill rotWithShape="1">
          <a:blip r:embed="rId7">
            <a:alphaModFix/>
          </a:blip>
          <a:srcRect b="0" l="8310" r="24991" t="0"/>
          <a:stretch/>
        </p:blipFill>
        <p:spPr>
          <a:xfrm>
            <a:off x="7500761" y="812610"/>
            <a:ext cx="1328100" cy="1328100"/>
          </a:xfrm>
          <a:prstGeom prst="ellipse">
            <a:avLst/>
          </a:prstGeom>
          <a:noFill/>
          <a:ln>
            <a:noFill/>
          </a:ln>
        </p:spPr>
      </p:pic>
      <p:sp>
        <p:nvSpPr>
          <p:cNvPr id="146" name="Google Shape;146;p20"/>
          <p:cNvSpPr txBox="1"/>
          <p:nvPr>
            <p:ph idx="4294967295" type="title"/>
          </p:nvPr>
        </p:nvSpPr>
        <p:spPr>
          <a:xfrm>
            <a:off x="7348090" y="2173551"/>
            <a:ext cx="1633800" cy="467400"/>
          </a:xfrm>
          <a:prstGeom prst="rect">
            <a:avLst/>
          </a:prstGeom>
        </p:spPr>
        <p:txBody>
          <a:bodyPr anchorCtr="0" anchor="b" bIns="73850" lIns="73850" spcFirstLastPara="1" rIns="73850" wrap="square" tIns="73850">
            <a:normAutofit/>
          </a:bodyPr>
          <a:lstStyle/>
          <a:p>
            <a:pPr indent="0" lvl="0" marL="0" rtl="0" algn="ctr">
              <a:spcBef>
                <a:spcPts val="0"/>
              </a:spcBef>
              <a:spcAft>
                <a:spcPts val="0"/>
              </a:spcAft>
              <a:buSzPts val="990"/>
              <a:buNone/>
            </a:pPr>
            <a:r>
              <a:rPr lang="en" sz="1208"/>
              <a:t>Equipo de Desarrollo</a:t>
            </a:r>
            <a:endParaRPr sz="1208">
              <a:solidFill>
                <a:schemeClr val="dk1"/>
              </a:solidFill>
            </a:endParaRPr>
          </a:p>
        </p:txBody>
      </p:sp>
      <p:sp>
        <p:nvSpPr>
          <p:cNvPr id="147" name="Google Shape;147;p20"/>
          <p:cNvSpPr txBox="1"/>
          <p:nvPr>
            <p:ph idx="4294967295" type="body"/>
          </p:nvPr>
        </p:nvSpPr>
        <p:spPr>
          <a:xfrm>
            <a:off x="7348090" y="2597331"/>
            <a:ext cx="1633800" cy="932100"/>
          </a:xfrm>
          <a:prstGeom prst="rect">
            <a:avLst/>
          </a:prstGeom>
        </p:spPr>
        <p:txBody>
          <a:bodyPr anchorCtr="0" anchor="t" bIns="73850" lIns="73850" spcFirstLastPara="1" rIns="73850" wrap="square" tIns="73850">
            <a:normAutofit/>
          </a:bodyPr>
          <a:lstStyle/>
          <a:p>
            <a:pPr indent="0" lvl="0" marL="0" rtl="0" algn="ctr">
              <a:spcBef>
                <a:spcPts val="0"/>
              </a:spcBef>
              <a:spcAft>
                <a:spcPts val="0"/>
              </a:spcAft>
              <a:buNone/>
            </a:pPr>
            <a:r>
              <a:rPr lang="en" sz="969">
                <a:solidFill>
                  <a:srgbClr val="D9D9D9"/>
                </a:solidFill>
              </a:rPr>
              <a:t>Ejecutores.</a:t>
            </a:r>
            <a:endParaRPr sz="969">
              <a:solidFill>
                <a:srgbClr val="D9D9D9"/>
              </a:solidFill>
            </a:endParaRPr>
          </a:p>
          <a:p>
            <a:pPr indent="0" lvl="0" marL="0" rtl="0" algn="ctr">
              <a:spcBef>
                <a:spcPts val="969"/>
              </a:spcBef>
              <a:spcAft>
                <a:spcPts val="0"/>
              </a:spcAft>
              <a:buNone/>
            </a:pPr>
            <a:r>
              <a:rPr lang="en" sz="969">
                <a:solidFill>
                  <a:srgbClr val="D9D9D9"/>
                </a:solidFill>
              </a:rPr>
              <a:t>Alta Relevancia.</a:t>
            </a:r>
            <a:endParaRPr sz="969">
              <a:solidFill>
                <a:srgbClr val="D9D9D9"/>
              </a:solidFill>
            </a:endParaRPr>
          </a:p>
          <a:p>
            <a:pPr indent="0" lvl="0" marL="0" rtl="0" algn="ctr">
              <a:spcBef>
                <a:spcPts val="969"/>
              </a:spcBef>
              <a:spcAft>
                <a:spcPts val="969"/>
              </a:spcAft>
              <a:buNone/>
            </a:pPr>
            <a:r>
              <a:rPr lang="en" sz="969">
                <a:solidFill>
                  <a:srgbClr val="D9D9D9"/>
                </a:solidFill>
              </a:rPr>
              <a:t>Alta Participación.</a:t>
            </a:r>
            <a:endParaRPr sz="969">
              <a:solidFill>
                <a:srgbClr val="D9D9D9"/>
              </a:solidFill>
            </a:endParaRPr>
          </a:p>
        </p:txBody>
      </p:sp>
      <p:pic>
        <p:nvPicPr>
          <p:cNvPr id="148" name="Google Shape;148;p20"/>
          <p:cNvPicPr preferRelativeResize="0"/>
          <p:nvPr/>
        </p:nvPicPr>
        <p:blipFill>
          <a:blip r:embed="rId8">
            <a:alphaModFix/>
          </a:blip>
          <a:stretch>
            <a:fillRect/>
          </a:stretch>
        </p:blipFill>
        <p:spPr>
          <a:xfrm>
            <a:off x="1662314" y="3453886"/>
            <a:ext cx="2628225" cy="1628889"/>
          </a:xfrm>
          <a:prstGeom prst="rect">
            <a:avLst/>
          </a:prstGeom>
          <a:noFill/>
          <a:ln>
            <a:noFill/>
          </a:ln>
        </p:spPr>
      </p:pic>
      <p:pic>
        <p:nvPicPr>
          <p:cNvPr id="149" name="Google Shape;149;p20"/>
          <p:cNvPicPr preferRelativeResize="0"/>
          <p:nvPr/>
        </p:nvPicPr>
        <p:blipFill rotWithShape="1">
          <a:blip r:embed="rId9">
            <a:alphaModFix/>
          </a:blip>
          <a:srcRect b="796" l="1186" r="735" t="923"/>
          <a:stretch/>
        </p:blipFill>
        <p:spPr>
          <a:xfrm>
            <a:off x="4581151" y="3447166"/>
            <a:ext cx="3671775" cy="164187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21"/>
          <p:cNvSpPr txBox="1"/>
          <p:nvPr>
            <p:ph type="ctrTitle"/>
          </p:nvPr>
        </p:nvSpPr>
        <p:spPr>
          <a:xfrm>
            <a:off x="390525" y="251900"/>
            <a:ext cx="8222100" cy="7320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SzPts val="990"/>
              <a:buNone/>
            </a:pPr>
            <a:r>
              <a:rPr lang="en" sz="4380"/>
              <a:t>Riesgos</a:t>
            </a:r>
            <a:endParaRPr sz="4380"/>
          </a:p>
        </p:txBody>
      </p:sp>
      <p:pic>
        <p:nvPicPr>
          <p:cNvPr id="155" name="Google Shape;155;p21"/>
          <p:cNvPicPr preferRelativeResize="0"/>
          <p:nvPr/>
        </p:nvPicPr>
        <p:blipFill>
          <a:blip r:embed="rId3">
            <a:alphaModFix/>
          </a:blip>
          <a:stretch>
            <a:fillRect/>
          </a:stretch>
        </p:blipFill>
        <p:spPr>
          <a:xfrm>
            <a:off x="2832750" y="3238377"/>
            <a:ext cx="3337650" cy="1796725"/>
          </a:xfrm>
          <a:prstGeom prst="rect">
            <a:avLst/>
          </a:prstGeom>
          <a:noFill/>
          <a:ln>
            <a:noFill/>
          </a:ln>
        </p:spPr>
      </p:pic>
      <p:pic>
        <p:nvPicPr>
          <p:cNvPr id="156" name="Google Shape;156;p21"/>
          <p:cNvPicPr preferRelativeResize="0"/>
          <p:nvPr/>
        </p:nvPicPr>
        <p:blipFill rotWithShape="1">
          <a:blip r:embed="rId4">
            <a:alphaModFix/>
          </a:blip>
          <a:srcRect b="704" l="0" r="0" t="0"/>
          <a:stretch/>
        </p:blipFill>
        <p:spPr>
          <a:xfrm>
            <a:off x="2832750" y="1061225"/>
            <a:ext cx="3337650" cy="223492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22"/>
          <p:cNvSpPr txBox="1"/>
          <p:nvPr>
            <p:ph type="ctrTitle"/>
          </p:nvPr>
        </p:nvSpPr>
        <p:spPr>
          <a:xfrm>
            <a:off x="390525" y="251900"/>
            <a:ext cx="8222100" cy="7320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SzPts val="990"/>
              <a:buNone/>
            </a:pPr>
            <a:r>
              <a:rPr lang="en" sz="4380"/>
              <a:t>Metodología Incremental</a:t>
            </a:r>
            <a:endParaRPr sz="4380"/>
          </a:p>
        </p:txBody>
      </p:sp>
      <p:pic>
        <p:nvPicPr>
          <p:cNvPr id="162" name="Google Shape;162;p22"/>
          <p:cNvPicPr preferRelativeResize="0"/>
          <p:nvPr/>
        </p:nvPicPr>
        <p:blipFill>
          <a:blip r:embed="rId3">
            <a:alphaModFix/>
          </a:blip>
          <a:stretch>
            <a:fillRect/>
          </a:stretch>
        </p:blipFill>
        <p:spPr>
          <a:xfrm>
            <a:off x="1842025" y="1536088"/>
            <a:ext cx="5319100" cy="207132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23"/>
          <p:cNvSpPr txBox="1"/>
          <p:nvPr>
            <p:ph type="ctrTitle"/>
          </p:nvPr>
        </p:nvSpPr>
        <p:spPr>
          <a:xfrm>
            <a:off x="390525" y="251900"/>
            <a:ext cx="8222100" cy="7320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SzPts val="990"/>
              <a:buNone/>
            </a:pPr>
            <a:r>
              <a:rPr lang="en" sz="4380"/>
              <a:t>Planificación</a:t>
            </a:r>
            <a:endParaRPr sz="4380"/>
          </a:p>
        </p:txBody>
      </p:sp>
      <p:pic>
        <p:nvPicPr>
          <p:cNvPr id="168" name="Google Shape;168;p23"/>
          <p:cNvPicPr preferRelativeResize="0"/>
          <p:nvPr/>
        </p:nvPicPr>
        <p:blipFill>
          <a:blip r:embed="rId3">
            <a:alphaModFix/>
          </a:blip>
          <a:stretch>
            <a:fillRect/>
          </a:stretch>
        </p:blipFill>
        <p:spPr>
          <a:xfrm>
            <a:off x="1661375" y="983900"/>
            <a:ext cx="5680408" cy="1612100"/>
          </a:xfrm>
          <a:prstGeom prst="rect">
            <a:avLst/>
          </a:prstGeom>
          <a:noFill/>
          <a:ln>
            <a:noFill/>
          </a:ln>
        </p:spPr>
      </p:pic>
      <p:pic>
        <p:nvPicPr>
          <p:cNvPr id="169" name="Google Shape;169;p23"/>
          <p:cNvPicPr preferRelativeResize="0"/>
          <p:nvPr/>
        </p:nvPicPr>
        <p:blipFill>
          <a:blip r:embed="rId4">
            <a:alphaModFix/>
          </a:blip>
          <a:stretch>
            <a:fillRect/>
          </a:stretch>
        </p:blipFill>
        <p:spPr>
          <a:xfrm>
            <a:off x="1477325" y="2616671"/>
            <a:ext cx="6048499" cy="245995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24"/>
          <p:cNvSpPr txBox="1"/>
          <p:nvPr>
            <p:ph type="ctrTitle"/>
          </p:nvPr>
        </p:nvSpPr>
        <p:spPr>
          <a:xfrm>
            <a:off x="390525" y="251900"/>
            <a:ext cx="8222100" cy="7320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SzPts val="990"/>
              <a:buNone/>
            </a:pPr>
            <a:r>
              <a:rPr lang="en" sz="4380"/>
              <a:t>Solución Propuesta</a:t>
            </a:r>
            <a:endParaRPr sz="4380"/>
          </a:p>
        </p:txBody>
      </p:sp>
      <p:pic>
        <p:nvPicPr>
          <p:cNvPr id="175" name="Google Shape;175;p24"/>
          <p:cNvPicPr preferRelativeResize="0"/>
          <p:nvPr/>
        </p:nvPicPr>
        <p:blipFill>
          <a:blip r:embed="rId3">
            <a:alphaModFix/>
          </a:blip>
          <a:stretch>
            <a:fillRect/>
          </a:stretch>
        </p:blipFill>
        <p:spPr>
          <a:xfrm>
            <a:off x="2432138" y="2493225"/>
            <a:ext cx="4138876" cy="2443950"/>
          </a:xfrm>
          <a:prstGeom prst="rect">
            <a:avLst/>
          </a:prstGeom>
          <a:noFill/>
          <a:ln>
            <a:noFill/>
          </a:ln>
        </p:spPr>
      </p:pic>
      <p:pic>
        <p:nvPicPr>
          <p:cNvPr id="176" name="Google Shape;176;p24"/>
          <p:cNvPicPr preferRelativeResize="0"/>
          <p:nvPr/>
        </p:nvPicPr>
        <p:blipFill rotWithShape="1">
          <a:blip r:embed="rId4">
            <a:alphaModFix/>
          </a:blip>
          <a:srcRect b="29524" l="0" r="0" t="29589"/>
          <a:stretch/>
        </p:blipFill>
        <p:spPr>
          <a:xfrm>
            <a:off x="1917300" y="1021062"/>
            <a:ext cx="5168540" cy="1435000"/>
          </a:xfrm>
          <a:prstGeom prst="rect">
            <a:avLst/>
          </a:prstGeom>
          <a:noFill/>
          <a:ln>
            <a:noFill/>
          </a:ln>
        </p:spPr>
      </p:pic>
      <p:pic>
        <p:nvPicPr>
          <p:cNvPr id="177" name="Google Shape;177;p24"/>
          <p:cNvPicPr preferRelativeResize="0"/>
          <p:nvPr/>
        </p:nvPicPr>
        <p:blipFill>
          <a:blip r:embed="rId5">
            <a:alphaModFix/>
          </a:blip>
          <a:stretch>
            <a:fillRect/>
          </a:stretch>
        </p:blipFill>
        <p:spPr>
          <a:xfrm>
            <a:off x="5715072" y="1712779"/>
            <a:ext cx="274125" cy="242375"/>
          </a:xfrm>
          <a:prstGeom prst="rect">
            <a:avLst/>
          </a:prstGeom>
          <a:noFill/>
          <a:ln>
            <a:noFill/>
          </a:ln>
        </p:spPr>
      </p:pic>
      <p:pic>
        <p:nvPicPr>
          <p:cNvPr id="178" name="Google Shape;178;p24"/>
          <p:cNvPicPr preferRelativeResize="0"/>
          <p:nvPr/>
        </p:nvPicPr>
        <p:blipFill>
          <a:blip r:embed="rId6">
            <a:alphaModFix/>
          </a:blip>
          <a:stretch>
            <a:fillRect/>
          </a:stretch>
        </p:blipFill>
        <p:spPr>
          <a:xfrm>
            <a:off x="6605419" y="1649229"/>
            <a:ext cx="146476" cy="146500"/>
          </a:xfrm>
          <a:prstGeom prst="rect">
            <a:avLst/>
          </a:prstGeom>
          <a:noFill/>
          <a:ln>
            <a:noFill/>
          </a:ln>
        </p:spPr>
      </p:pic>
      <p:pic>
        <p:nvPicPr>
          <p:cNvPr id="179" name="Google Shape;179;p24"/>
          <p:cNvPicPr preferRelativeResize="0"/>
          <p:nvPr/>
        </p:nvPicPr>
        <p:blipFill>
          <a:blip r:embed="rId7">
            <a:alphaModFix/>
          </a:blip>
          <a:stretch>
            <a:fillRect/>
          </a:stretch>
        </p:blipFill>
        <p:spPr>
          <a:xfrm>
            <a:off x="3387375" y="1486514"/>
            <a:ext cx="146475" cy="130450"/>
          </a:xfrm>
          <a:prstGeom prst="rect">
            <a:avLst/>
          </a:prstGeom>
          <a:noFill/>
          <a:ln>
            <a:noFill/>
          </a:ln>
        </p:spPr>
      </p:pic>
      <p:pic>
        <p:nvPicPr>
          <p:cNvPr id="180" name="Google Shape;180;p24"/>
          <p:cNvPicPr preferRelativeResize="0"/>
          <p:nvPr/>
        </p:nvPicPr>
        <p:blipFill>
          <a:blip r:embed="rId8">
            <a:alphaModFix/>
          </a:blip>
          <a:stretch>
            <a:fillRect/>
          </a:stretch>
        </p:blipFill>
        <p:spPr>
          <a:xfrm>
            <a:off x="3542934" y="1491546"/>
            <a:ext cx="132300" cy="130451"/>
          </a:xfrm>
          <a:prstGeom prst="rect">
            <a:avLst/>
          </a:prstGeom>
          <a:noFill/>
          <a:ln>
            <a:noFill/>
          </a:ln>
        </p:spPr>
      </p:pic>
      <p:pic>
        <p:nvPicPr>
          <p:cNvPr id="181" name="Google Shape;181;p24"/>
          <p:cNvPicPr preferRelativeResize="0"/>
          <p:nvPr/>
        </p:nvPicPr>
        <p:blipFill>
          <a:blip r:embed="rId9">
            <a:alphaModFix/>
          </a:blip>
          <a:stretch>
            <a:fillRect/>
          </a:stretch>
        </p:blipFill>
        <p:spPr>
          <a:xfrm>
            <a:off x="4138245" y="1490630"/>
            <a:ext cx="132301" cy="132301"/>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Dark">
  <a:themeElements>
    <a:clrScheme name="Simple Dark">
      <a:dk1>
        <a:srgbClr val="FFFFFF"/>
      </a:dk1>
      <a:lt1>
        <a:srgbClr val="212121"/>
      </a:lt1>
      <a:dk2>
        <a:srgbClr val="303030"/>
      </a:dk2>
      <a:lt2>
        <a:srgbClr val="ADADAD"/>
      </a:lt2>
      <a:accent1>
        <a:srgbClr val="009688"/>
      </a:accent1>
      <a:accent2>
        <a:srgbClr val="EEEEEE"/>
      </a:accent2>
      <a:accent3>
        <a:srgbClr val="78909C"/>
      </a:accent3>
      <a:accent4>
        <a:srgbClr val="FFAB40"/>
      </a:accent4>
      <a:accent5>
        <a:srgbClr val="4DD0E1"/>
      </a:accent5>
      <a:accent6>
        <a:srgbClr val="EEFF41"/>
      </a:accent6>
      <a:hlink>
        <a:srgbClr val="4DD0E1"/>
      </a:hlink>
      <a:folHlink>
        <a:srgbClr val="4DD0E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